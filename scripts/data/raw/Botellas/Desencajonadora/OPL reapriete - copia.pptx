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>
      <p:cViewPr varScale="1">
        <p:scale>
          <a:sx n="68" d="100"/>
          <a:sy n="68" d="100"/>
        </p:scale>
        <p:origin x="140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072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5805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6193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628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553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442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67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941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896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203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182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6563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3834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876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4465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45483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6151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2570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83879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8935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17848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6038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4412C-C9D2-4E7E-BC3E-854323FBA2C5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67E2F-3118-45E8-88BE-DD7E733DFEA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041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3DE5C-1B09-4829-989A-B08DA7624433}" type="datetimeFigureOut">
              <a:rPr lang="es-EC" smtClean="0"/>
              <a:t>22/07/2019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8E8A-4CF2-489C-9B23-483215036A3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7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208113" y="2196618"/>
            <a:ext cx="8928991" cy="122413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OPL-PACK-DESENCAJONADORA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Limpieza-ajuste e inspección- lubricación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AJUTE Y REAPRIETE</a:t>
            </a: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</a:t>
            </a:r>
          </a:p>
        </p:txBody>
      </p:sp>
      <p:sp>
        <p:nvSpPr>
          <p:cNvPr id="3" name="WordArt 2"/>
          <p:cNvSpPr>
            <a:spLocks noChangeArrowheads="1" noChangeShapeType="1" noTextEdit="1"/>
          </p:cNvSpPr>
          <p:nvPr/>
        </p:nvSpPr>
        <p:spPr bwMode="auto">
          <a:xfrm rot="5400000">
            <a:off x="-1596028" y="3870945"/>
            <a:ext cx="4536506" cy="288031"/>
          </a:xfrm>
          <a:prstGeom prst="rect">
            <a:avLst/>
          </a:prstGeom>
          <a:noFill/>
          <a:ln>
            <a:noFill/>
          </a:ln>
          <a:extLst/>
        </p:spPr>
        <p:txBody>
          <a:bodyPr vert="wordArtVert" wrap="none" numCol="1" fromWordArt="1">
            <a:prstTxWarp prst="textPlain">
              <a:avLst>
                <a:gd name="adj" fmla="val 50000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0" cap="small" spc="0" normalizeH="0" baseline="0" noProof="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808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" name="3 Elipse"/>
          <p:cNvSpPr/>
          <p:nvPr/>
        </p:nvSpPr>
        <p:spPr>
          <a:xfrm>
            <a:off x="2608362" y="3888806"/>
            <a:ext cx="515399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2608362" y="4536878"/>
            <a:ext cx="515399" cy="43204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5 Elipse"/>
          <p:cNvSpPr/>
          <p:nvPr/>
        </p:nvSpPr>
        <p:spPr>
          <a:xfrm>
            <a:off x="2608363" y="5189898"/>
            <a:ext cx="515398" cy="4271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608363" y="5905030"/>
            <a:ext cx="51539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008817" y="3816799"/>
            <a:ext cx="2808312" cy="43204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diaria 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008817" y="4536878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semanal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4008817" y="518495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quincenal 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8817" y="590503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mensual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613344" y="2547237"/>
            <a:ext cx="2304255" cy="3539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Autónomo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323206" y="2495746"/>
            <a:ext cx="2304256" cy="4569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Mantenimiento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951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5489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01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OPL-PACK-ENCA-REAP-01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REVISION DE MANGUERAS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una correcta lubricación de l eje de elevación del dosificador de cajas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6876258" y="5733256"/>
            <a:ext cx="2096826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Mensual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6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8" name="7 Rectángulo"/>
          <p:cNvSpPr/>
          <p:nvPr/>
        </p:nvSpPr>
        <p:spPr>
          <a:xfrm>
            <a:off x="5004047" y="1839346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9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876258" y="2758142"/>
            <a:ext cx="2096826" cy="268708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Verificar correcto funcionamiento de las mangueras , que no tengan fugas de aire y en caso de </a:t>
            </a:r>
            <a:r>
              <a:rPr lang="es-MX" b="1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encontrar anomalías 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proceder a corregir </a:t>
            </a:r>
            <a:endParaRPr lang="es-EC" sz="9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876258" y="1803342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12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</a:t>
            </a:r>
          </a:p>
        </p:txBody>
      </p:sp>
      <p:pic>
        <p:nvPicPr>
          <p:cNvPr id="1026" name="Picture 2" descr="C:\Users\ecccordova\AppData\Local\Microsoft\Windows\Temporary Internet Files\Content.Outlook\CIH1JWA1\20160122_135643_resiz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45450"/>
            <a:ext cx="3723878" cy="3637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ECC0D56-7D55-42E6-AFB1-91628E9B9E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B5E950E7-C210-4ABD-B332-0C63AABB3B5F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4777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95986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02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OPL-PACK-ENCA-REAP-02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REVISION DE RACORES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un correcto ajuste o verificación de los racores 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876258" y="5733256"/>
            <a:ext cx="2096826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Mensual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8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004047" y="1839346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10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876258" y="2758142"/>
            <a:ext cx="2096826" cy="268708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Verificar correcto funcionamiento de los racores, que no tengan fugas de aire y en caso de encontrar anomalías proceder a corregir.</a:t>
            </a:r>
            <a:endParaRPr lang="es-EC" sz="9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6876258" y="1803342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13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</a:t>
            </a:r>
          </a:p>
        </p:txBody>
      </p:sp>
      <p:pic>
        <p:nvPicPr>
          <p:cNvPr id="2050" name="Picture 2" descr="C:\Users\ecccordova\AppData\Local\Microsoft\Windows\Temporary Internet Files\Content.Outlook\CIH1JWA1\20160122_135654_resized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39346"/>
            <a:ext cx="3816424" cy="41755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cxnSp>
        <p:nvCxnSpPr>
          <p:cNvPr id="16" name="15 Conector recto de flecha"/>
          <p:cNvCxnSpPr/>
          <p:nvPr/>
        </p:nvCxnSpPr>
        <p:spPr>
          <a:xfrm flipH="1">
            <a:off x="3059832" y="1839346"/>
            <a:ext cx="1080120" cy="324583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4067944" y="1525282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Racores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9CDFF7F-AC69-42C7-B4F5-04D8546E39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3 Imagen">
            <a:extLst>
              <a:ext uri="{FF2B5EF4-FFF2-40B4-BE49-F238E27FC236}">
                <a16:creationId xmlns:a16="http://schemas.microsoft.com/office/drawing/2014/main" id="{564E18C6-BA2E-4EDF-A532-A860EA871770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027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62599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03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OPL-PACK-ENCA-REAP-03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REVISION DE PERNOS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Revisar el estado de los pernos en caso de anomalía  cambiar o corregir.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Semanal 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8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004047" y="1839346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10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876258" y="2758142"/>
            <a:ext cx="2096826" cy="268708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Revisar los 16 pernos de los ejes de accionamiento del centrador de cajas, realizar reapriete en caso de no estar ajustados.</a:t>
            </a:r>
            <a:endParaRPr lang="es-EC" sz="8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6876258" y="1803342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13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Llave 13</a:t>
            </a:r>
          </a:p>
        </p:txBody>
      </p:sp>
      <p:pic>
        <p:nvPicPr>
          <p:cNvPr id="1026" name="Picture 2" descr="C:\Users\ecccordova\AppData\Local\Microsoft\Windows\Temporary Internet Files\Content.Outlook\CIH1JWA1\20160125_144603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38" b="32665"/>
          <a:stretch/>
        </p:blipFill>
        <p:spPr bwMode="auto">
          <a:xfrm>
            <a:off x="539552" y="1972187"/>
            <a:ext cx="4219053" cy="3922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cxnSp>
        <p:nvCxnSpPr>
          <p:cNvPr id="16" name="15 Conector recto de flecha"/>
          <p:cNvCxnSpPr/>
          <p:nvPr/>
        </p:nvCxnSpPr>
        <p:spPr>
          <a:xfrm flipH="1">
            <a:off x="3923929" y="1945450"/>
            <a:ext cx="493376" cy="25636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3891459" y="1654680"/>
            <a:ext cx="1141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Pernos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F1546F1-2D4F-4B16-9427-94E0B2B0CE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F010F911-B807-403A-8A9C-267C48AC6DA0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484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742659"/>
              </p:ext>
            </p:extLst>
          </p:nvPr>
        </p:nvGraphicFramePr>
        <p:xfrm>
          <a:off x="107504" y="116632"/>
          <a:ext cx="8856984" cy="1370087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04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</a:t>
                      </a:r>
                      <a:endParaRPr kumimoji="0" lang="es-ES_tradnl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OPL-PACK-ENCA-REAP-04</a:t>
                      </a:r>
                      <a:endParaRPr kumimoji="0" lang="es-E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REVISION DE CHUPAS</a:t>
                      </a:r>
                      <a:endParaRPr lang="es-BO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Tener conocimiento sobre cuando se debe realizar un cambio o arreglo de chupas .</a:t>
                      </a:r>
                      <a:endParaRPr kumimoji="0" lang="es-E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cambio de SKU’S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9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004047" y="1839346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11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876258" y="2758142"/>
            <a:ext cx="2096826" cy="268708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Revisar el estado de las chupas antes del inicio de producción, probar con botellas en el equipo, mantener stock de repuestos en el  equipo, en caso de falla proceder a cambiar las chupas.</a:t>
            </a:r>
            <a:endParaRPr lang="es-EC" sz="8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6876258" y="1803342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14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</a:t>
            </a:r>
          </a:p>
        </p:txBody>
      </p:sp>
      <p:pic>
        <p:nvPicPr>
          <p:cNvPr id="3074" name="Picture 2" descr="C:\Users\ecccordova\AppData\Local\Microsoft\Windows\Temporary Internet Files\Content.Outlook\CIH1JWA1\20160122_135702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61" b="30972"/>
          <a:stretch/>
        </p:blipFill>
        <p:spPr bwMode="auto">
          <a:xfrm>
            <a:off x="395536" y="1811795"/>
            <a:ext cx="4032448" cy="3886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30E4166-B618-4F06-A8CA-C337E5CF49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C2AECB25-9712-45D8-8EFF-8DEC0A7792D1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4223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38563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05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OPL-PACK-ENCA-REAP-05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REVISION DE ENFILADORES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una correcta calibración de enfiladores según botella a utilizar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cambio de SKU’S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7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9" name="8 Rectángulo"/>
          <p:cNvSpPr/>
          <p:nvPr/>
        </p:nvSpPr>
        <p:spPr>
          <a:xfrm>
            <a:off x="5004047" y="1839346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9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876258" y="2758142"/>
            <a:ext cx="2096826" cy="27590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2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 Realizar la calibración de enfiladores antes de iniciar producción, Dar el espacio correcto entre las barandas para el libre paso de la botella según su altura y ancho, aflojando los pernos en la parte superior de las barandas, hasta quedar bien calibrado.</a:t>
            </a:r>
            <a:endParaRPr lang="es-EC" sz="7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876258" y="1803342"/>
            <a:ext cx="1584177" cy="581541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12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Llave 17</a:t>
            </a:r>
          </a:p>
        </p:txBody>
      </p:sp>
      <p:pic>
        <p:nvPicPr>
          <p:cNvPr id="1026" name="Picture 2" descr="C:\Users\ecccordova\AppData\Local\Microsoft\Windows\Temporary Internet Files\Content.Outlook\QD335UFA\20160119_102007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3" b="20066"/>
          <a:stretch/>
        </p:blipFill>
        <p:spPr bwMode="auto">
          <a:xfrm>
            <a:off x="323528" y="1945450"/>
            <a:ext cx="4200078" cy="3757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cxnSp>
        <p:nvCxnSpPr>
          <p:cNvPr id="16" name="15 Conector recto de flecha"/>
          <p:cNvCxnSpPr/>
          <p:nvPr/>
        </p:nvCxnSpPr>
        <p:spPr>
          <a:xfrm flipH="1">
            <a:off x="3038476" y="1945450"/>
            <a:ext cx="1173484" cy="17216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716F8C2A-730C-4D50-BBFE-E64D3ECD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3 Imagen">
            <a:extLst>
              <a:ext uri="{FF2B5EF4-FFF2-40B4-BE49-F238E27FC236}">
                <a16:creationId xmlns:a16="http://schemas.microsoft.com/office/drawing/2014/main" id="{2AB7879C-EF2D-4573-B3BE-D158C2EDACCA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417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329145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06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OPL-PACK-ENCA-REAP-06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ALTURA DOSIFICADOR DE CAJAS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una correcta calibración del dosificador de cajas darle la altura necesaria 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cambio de SKU’S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8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004047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10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876258" y="2758142"/>
            <a:ext cx="2096826" cy="27590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sz="20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sz="20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 Dosificar a la altura de la caja con la manija que se encuentra en la parte inferior, verificar correcto funcionamiento.</a:t>
            </a:r>
            <a:endParaRPr lang="es-EC" sz="10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6876258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13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Manual, EPP</a:t>
            </a:r>
          </a:p>
        </p:txBody>
      </p:sp>
      <p:pic>
        <p:nvPicPr>
          <p:cNvPr id="2050" name="Picture 2" descr="C:\Users\ecccordova\AppData\Local\Microsoft\Windows\Temporary Internet Files\Content.Outlook\QD335UFA\20160119_102039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9" t="25308" r="3637" b="25308"/>
          <a:stretch/>
        </p:blipFill>
        <p:spPr bwMode="auto">
          <a:xfrm>
            <a:off x="402034" y="2346433"/>
            <a:ext cx="4091665" cy="35560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EB8BF25-DC2E-406C-B2CD-8DF6983F66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E6CEBF87-9FE9-464F-8234-AD1772D326AB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4607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29647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07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OPL-PACK-ENCA-REAP-07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UÑAS SEPARADORAS DE CAJAS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una correcto alineamiento de cajas  de cajas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cambio de SKU’S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8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004047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10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876258" y="2758142"/>
            <a:ext cx="2096826" cy="27590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 Calibrar las uñas separadoras de cajas, se afloja el volante de separación y se ajusta para caja que se va utilizar, dando la distancia correcta de una caja a la otra.</a:t>
            </a:r>
            <a:endParaRPr lang="es-EC" sz="9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6876258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13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Manual, EPP</a:t>
            </a:r>
          </a:p>
        </p:txBody>
      </p:sp>
      <p:pic>
        <p:nvPicPr>
          <p:cNvPr id="3074" name="Picture 2" descr="C:\Users\ecccordova\AppData\Local\Microsoft\Windows\Temporary Internet Files\Content.Outlook\QD335UFA\20160119_100725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4"/>
          <a:stretch/>
        </p:blipFill>
        <p:spPr bwMode="auto">
          <a:xfrm>
            <a:off x="400125" y="2204797"/>
            <a:ext cx="4032448" cy="37111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990FC4A-3B72-402A-A851-ACE1BF260C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32713DDA-E37F-47C5-AFF2-14FA04BC1FA9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5156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35663"/>
              </p:ext>
            </p:extLst>
          </p:nvPr>
        </p:nvGraphicFramePr>
        <p:xfrm>
          <a:off x="107504" y="116632"/>
          <a:ext cx="8856984" cy="1326976"/>
        </p:xfrm>
        <a:graphic>
          <a:graphicData uri="http://schemas.openxmlformats.org/drawingml/2006/table">
            <a:tbl>
              <a:tblPr/>
              <a:tblGrid>
                <a:gridCol w="24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400" b="1" dirty="0">
                          <a:latin typeface="+mj-lt"/>
                        </a:rPr>
                        <a:t>OPL</a:t>
                      </a:r>
                      <a:r>
                        <a:rPr lang="es-BO" sz="1400" b="1" baseline="0" dirty="0">
                          <a:latin typeface="+mj-lt"/>
                        </a:rPr>
                        <a:t> – LECCION DE UN PUNTO</a:t>
                      </a:r>
                      <a:endParaRPr lang="es-BO" sz="1400" b="1" dirty="0"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Revisión</a:t>
                      </a: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 08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MANTENIMIENTO  AUTONOMO:</a:t>
                      </a:r>
                      <a:endParaRPr kumimoji="0" lang="es-ES_tradnl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Condición Básica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Código</a:t>
                      </a:r>
                      <a:r>
                        <a:rPr kumimoji="0" lang="es-ES_tradnl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:</a:t>
                      </a:r>
                      <a:r>
                        <a:rPr kumimoji="0" lang="es-ES_tradnl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s-A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OPL-PACK-ENCA-REAP-08</a:t>
                      </a:r>
                      <a:endParaRPr kumimoji="0" lang="es-E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TEMA: </a:t>
                      </a:r>
                      <a:r>
                        <a:rPr lang="es-BO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TRANSPORTE DE CAJAS</a:t>
                      </a:r>
                      <a:endParaRPr lang="es-BO" sz="10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3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  <a:defRPr/>
                      </a:pPr>
                      <a:r>
                        <a:rPr kumimoji="0" lang="es-E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Objetivo:  </a:t>
                      </a:r>
                      <a:r>
                        <a:rPr kumimoji="0" lang="es-E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Realizar calibración correcta del transporte de cajas.</a:t>
                      </a:r>
                      <a:endParaRPr kumimoji="0" lang="es-E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6892207" y="5733256"/>
            <a:ext cx="2096826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cambio de SKU’S</a:t>
            </a:r>
          </a:p>
        </p:txBody>
      </p:sp>
      <p:pic>
        <p:nvPicPr>
          <p:cNvPr id="7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76" y="3501008"/>
            <a:ext cx="1363118" cy="135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5220072" y="190944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Materiales</a:t>
            </a:r>
          </a:p>
        </p:txBody>
      </p:sp>
      <p:sp>
        <p:nvSpPr>
          <p:cNvPr id="9" name="8 Rectángulo"/>
          <p:cNvSpPr/>
          <p:nvPr/>
        </p:nvSpPr>
        <p:spPr>
          <a:xfrm>
            <a:off x="5004047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9 Rectángulo"/>
          <p:cNvSpPr/>
          <p:nvPr/>
        </p:nvSpPr>
        <p:spPr>
          <a:xfrm>
            <a:off x="5004047" y="2758143"/>
            <a:ext cx="1584177" cy="448412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Trabajos a ejecutar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876258" y="2758142"/>
            <a:ext cx="2096826" cy="27590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1</a:t>
            </a:r>
            <a:r>
              <a:rPr lang="es-MX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-</a:t>
            </a:r>
            <a:r>
              <a:rPr lang="es-MX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 Aflojar el volante de seguridad del transporte de cajas, se calibra para que quede ajustado y alineados las cajas con los cabezales.</a:t>
            </a:r>
            <a:endParaRPr lang="es-EC" sz="9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876258" y="1839346"/>
            <a:ext cx="1584177" cy="54553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12 CuadroTexto"/>
          <p:cNvSpPr txBox="1"/>
          <p:nvPr/>
        </p:nvSpPr>
        <p:spPr>
          <a:xfrm>
            <a:off x="6804251" y="194545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Manual, EPP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5004047" y="5731282"/>
            <a:ext cx="1584178" cy="369332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Frecuencia</a:t>
            </a:r>
          </a:p>
        </p:txBody>
      </p:sp>
      <p:pic>
        <p:nvPicPr>
          <p:cNvPr id="5122" name="Picture 2" descr="C:\Users\ecccordova\AppData\Local\Microsoft\Windows\Temporary Internet Files\Content.Outlook\QD335UFA\20160119_094352_resize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"/>
          <a:stretch/>
        </p:blipFill>
        <p:spPr bwMode="auto">
          <a:xfrm>
            <a:off x="539552" y="2130116"/>
            <a:ext cx="3888432" cy="3772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8B07660-4EB7-4300-88CA-536633AFFD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75" t="80478" r="19170" b="14443"/>
          <a:stretch/>
        </p:blipFill>
        <p:spPr>
          <a:xfrm>
            <a:off x="117916" y="115050"/>
            <a:ext cx="2437860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90BACA3C-FC57-4DD0-9A77-ED293D06B925}"/>
              </a:ext>
            </a:extLst>
          </p:cNvPr>
          <p:cNvPicPr/>
          <p:nvPr/>
        </p:nvPicPr>
        <p:blipFill rotWithShape="1">
          <a:blip r:embed="rId5"/>
          <a:srcRect l="12940" r="12823" b="9145"/>
          <a:stretch/>
        </p:blipFill>
        <p:spPr>
          <a:xfrm>
            <a:off x="7205043" y="115050"/>
            <a:ext cx="1768041" cy="396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9410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7" ma:contentTypeDescription="Create a new document." ma:contentTypeScope="" ma:versionID="598cedf63f4b5bed115f25281745efb7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d557ff70e1b9f5af795f8cafcdacd585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9551D7-5309-428C-9026-571FD41063F4}"/>
</file>

<file path=customXml/itemProps2.xml><?xml version="1.0" encoding="utf-8"?>
<ds:datastoreItem xmlns:ds="http://schemas.openxmlformats.org/officeDocument/2006/customXml" ds:itemID="{F738D445-3415-4147-98F4-C39339D0D309}"/>
</file>

<file path=customXml/itemProps3.xml><?xml version="1.0" encoding="utf-8"?>
<ds:datastoreItem xmlns:ds="http://schemas.openxmlformats.org/officeDocument/2006/customXml" ds:itemID="{071683AB-150E-4620-885C-70C8BC60C3BB}"/>
</file>

<file path=docProps/app.xml><?xml version="1.0" encoding="utf-8"?>
<Properties xmlns="http://schemas.openxmlformats.org/officeDocument/2006/extended-properties" xmlns:vt="http://schemas.openxmlformats.org/officeDocument/2006/docPropsVTypes">
  <TotalTime>4981</TotalTime>
  <Words>620</Words>
  <Application>Microsoft Office PowerPoint</Application>
  <PresentationFormat>Presentación en pantalla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Times New Roman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Cordova Espinal, Carlos</dc:creator>
  <cp:lastModifiedBy>ecuser Usuario Visita</cp:lastModifiedBy>
  <cp:revision>34</cp:revision>
  <dcterms:created xsi:type="dcterms:W3CDTF">2016-01-21T14:53:17Z</dcterms:created>
  <dcterms:modified xsi:type="dcterms:W3CDTF">2019-07-22T18:04:46Z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411400</vt:r8>
  </property>
</Properties>
</file>