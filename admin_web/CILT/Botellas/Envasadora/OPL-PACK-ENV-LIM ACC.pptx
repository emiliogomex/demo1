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  <p:sldMasterId id="2147483709" r:id="rId5"/>
  </p:sldMasterIdLst>
  <p:notesMasterIdLst>
    <p:notesMasterId r:id="rId9"/>
  </p:notesMasterIdLst>
  <p:sldIdLst>
    <p:sldId id="271" r:id="rId6"/>
    <p:sldId id="263" r:id="rId7"/>
    <p:sldId id="264" r:id="rId8"/>
  </p:sldIdLst>
  <p:sldSz cx="9144000" cy="6858000" type="screen4x3"/>
  <p:notesSz cx="7010400" cy="92964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55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39CCAD-AADF-4547-AB76-9A1F6865C4E2}" v="1" dt="2021-07-27T22:39:27.9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nia Maria Cevallos Recalde" userId="a2ac443c-0ea1-4530-9b8a-89cd93641a12" providerId="ADAL" clId="{D339CCAD-AADF-4547-AB76-9A1F6865C4E2}"/>
    <pc:docChg chg="delSld modSld modNotesMaster">
      <pc:chgData name="Sonnia Maria Cevallos Recalde" userId="a2ac443c-0ea1-4530-9b8a-89cd93641a12" providerId="ADAL" clId="{D339CCAD-AADF-4547-AB76-9A1F6865C4E2}" dt="2021-07-27T22:51:02.672" v="5" actId="47"/>
      <pc:docMkLst>
        <pc:docMk/>
      </pc:docMkLst>
      <pc:sldChg chg="del">
        <pc:chgData name="Sonnia Maria Cevallos Recalde" userId="a2ac443c-0ea1-4530-9b8a-89cd93641a12" providerId="ADAL" clId="{D339CCAD-AADF-4547-AB76-9A1F6865C4E2}" dt="2021-07-27T22:50:58.927" v="1" actId="47"/>
        <pc:sldMkLst>
          <pc:docMk/>
          <pc:sldMk cId="3761271531" sldId="256"/>
        </pc:sldMkLst>
      </pc:sldChg>
      <pc:sldChg chg="del">
        <pc:chgData name="Sonnia Maria Cevallos Recalde" userId="a2ac443c-0ea1-4530-9b8a-89cd93641a12" providerId="ADAL" clId="{D339CCAD-AADF-4547-AB76-9A1F6865C4E2}" dt="2021-07-27T22:50:59.811" v="2" actId="47"/>
        <pc:sldMkLst>
          <pc:docMk/>
          <pc:sldMk cId="1884428298" sldId="258"/>
        </pc:sldMkLst>
      </pc:sldChg>
      <pc:sldChg chg="del">
        <pc:chgData name="Sonnia Maria Cevallos Recalde" userId="a2ac443c-0ea1-4530-9b8a-89cd93641a12" providerId="ADAL" clId="{D339CCAD-AADF-4547-AB76-9A1F6865C4E2}" dt="2021-07-27T22:51:00.592" v="3" actId="47"/>
        <pc:sldMkLst>
          <pc:docMk/>
          <pc:sldMk cId="3695256572" sldId="259"/>
        </pc:sldMkLst>
      </pc:sldChg>
      <pc:sldChg chg="del">
        <pc:chgData name="Sonnia Maria Cevallos Recalde" userId="a2ac443c-0ea1-4530-9b8a-89cd93641a12" providerId="ADAL" clId="{D339CCAD-AADF-4547-AB76-9A1F6865C4E2}" dt="2021-07-27T22:51:02.672" v="5" actId="47"/>
        <pc:sldMkLst>
          <pc:docMk/>
          <pc:sldMk cId="1875009861" sldId="261"/>
        </pc:sldMkLst>
      </pc:sldChg>
      <pc:sldChg chg="del">
        <pc:chgData name="Sonnia Maria Cevallos Recalde" userId="a2ac443c-0ea1-4530-9b8a-89cd93641a12" providerId="ADAL" clId="{D339CCAD-AADF-4547-AB76-9A1F6865C4E2}" dt="2021-07-27T22:51:01.487" v="4" actId="47"/>
        <pc:sldMkLst>
          <pc:docMk/>
          <pc:sldMk cId="502070565" sldId="267"/>
        </pc:sldMkLst>
      </pc:sldChg>
      <pc:sldChg chg="modNotes">
        <pc:chgData name="Sonnia Maria Cevallos Recalde" userId="a2ac443c-0ea1-4530-9b8a-89cd93641a12" providerId="ADAL" clId="{D339CCAD-AADF-4547-AB76-9A1F6865C4E2}" dt="2021-07-27T22:39:27.956" v="0"/>
        <pc:sldMkLst>
          <pc:docMk/>
          <pc:sldMk cId="3759595591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E320C02-9DBD-4ECC-8B9F-33B62DB2B5F7}" type="datetimeFigureOut">
              <a:rPr lang="es-EC" smtClean="0"/>
              <a:t>27/7/2021</a:t>
            </a:fld>
            <a:endParaRPr lang="es-EC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s-EC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EF188DA-9B90-4FF3-8B7A-2BFB7E9CC084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07921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94549" y="4767633"/>
            <a:ext cx="5559637" cy="451747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273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C936EB-785B-4ED6-B6E2-8045D066F4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30435B-163F-4A97-866C-4EF15221A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97143F-B36E-438B-84BD-30FFC323E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DFBA-374D-48FE-9522-E816D2DAC120}" type="datetimeFigureOut">
              <a:rPr lang="es-EC" smtClean="0"/>
              <a:t>27/7/2021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BEF962-72D5-4E7C-990C-1152196F9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3563B0-9123-450D-B4D8-580484838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8A3D8-734B-4D85-B256-E10514FBD997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49220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2EE62D-A0F3-483F-9856-BBB3322B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9ED967-5DCF-47BC-A402-02E5FE6F6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0B6E29-AAEA-4C87-8881-9F5FC5BF0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DFBA-374D-48FE-9522-E816D2DAC120}" type="datetimeFigureOut">
              <a:rPr lang="es-EC" smtClean="0"/>
              <a:t>27/7/2021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99741D-819F-4FE3-BEF7-AB5406557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F6BD79-9016-44FC-8017-9E8E2731D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8A3D8-734B-4D85-B256-E10514FBD997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5624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BC25B-0B7A-48B0-B132-1E4F61CB0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D60F51D-B363-4507-AADB-40161FBF8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9D39B7-5700-4733-B181-CDC8BBCA3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DFBA-374D-48FE-9522-E816D2DAC120}" type="datetimeFigureOut">
              <a:rPr lang="es-EC" smtClean="0"/>
              <a:t>27/7/2021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6C61B9-D5FE-41A8-9199-0C942BA28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B31C8C-AFF4-4789-B5A4-FF0E5288E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8A3D8-734B-4D85-B256-E10514FBD997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57973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FF9356-EC73-4AA5-8319-DCE9B1A18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5AA9B0-408C-4DE2-ADAF-E78A61FCAE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3523BFE-A8FA-4B89-BEE6-A5440EB0C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C72AB9E-88B2-4158-9CB2-BFB309038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DFBA-374D-48FE-9522-E816D2DAC120}" type="datetimeFigureOut">
              <a:rPr lang="es-EC" smtClean="0"/>
              <a:t>27/7/2021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2948F4-E5CC-47C0-82C1-E1F7D7146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778969-4007-45F8-A5D3-28CC11C4B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8A3D8-734B-4D85-B256-E10514FBD997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63575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B01934-0B34-4565-9225-F6D80327E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6BD552-E917-46F2-AC7B-EB1305E70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E7665FA-345A-4180-B275-B933BF6A03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28657BF-E6DA-445C-9A16-D56EB3037D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881DEB0-BD74-4889-874C-4DBD2B7CF0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1439755-A5DF-48D0-8594-A3EB7BB0E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DFBA-374D-48FE-9522-E816D2DAC120}" type="datetimeFigureOut">
              <a:rPr lang="es-EC" smtClean="0"/>
              <a:t>27/7/2021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83F7AD8-E766-4BDC-827C-78EEF2931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1D7B686-7E82-42A7-B9C7-ACDFF1B18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8A3D8-734B-4D85-B256-E10514FBD997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67262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F9D5E5-3F82-4BCC-8F5E-183A32D36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DF45E14-3905-4F72-8C0A-B4117C8D3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DFBA-374D-48FE-9522-E816D2DAC120}" type="datetimeFigureOut">
              <a:rPr lang="es-EC" smtClean="0"/>
              <a:t>27/7/2021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9F689F8-5FCE-4CFE-A899-4AED64422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88ADD50-E065-48BD-A0DA-C00D72A06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8A3D8-734B-4D85-B256-E10514FBD997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61749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F39A678-59A2-42AD-8D22-198D03A61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DFBA-374D-48FE-9522-E816D2DAC120}" type="datetimeFigureOut">
              <a:rPr lang="es-EC" smtClean="0"/>
              <a:t>27/7/2021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9617F7B-C783-47C8-B54B-773442ED5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62E4E0E-585D-4C64-AFF1-2B5754C4A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8A3D8-734B-4D85-B256-E10514FBD997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67662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7685EC-F0B9-4B14-B520-2F6BD79F8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EE7342-40F4-467C-9D26-E304D6D29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EF9FE7B-9B35-418F-B440-2B158C52D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7DAA9E9-02D6-4702-8034-A1BDD3B7F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DFBA-374D-48FE-9522-E816D2DAC120}" type="datetimeFigureOut">
              <a:rPr lang="es-EC" smtClean="0"/>
              <a:t>27/7/2021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343F82-A9F3-4809-9632-E91823A5E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844CF44-87BE-4160-8DB1-0AF8B42DD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8A3D8-734B-4D85-B256-E10514FBD997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41140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477A04-8656-4341-A351-0CB2F28E1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17D8AE6-B09E-4A40-9879-5CC55B78B7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5602A4D-7BCB-49B1-B462-73E56E913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B2B1F51-5CAA-4E8C-8B81-5CDCADC2A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DFBA-374D-48FE-9522-E816D2DAC120}" type="datetimeFigureOut">
              <a:rPr lang="es-EC" smtClean="0"/>
              <a:t>27/7/2021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D909E9-0832-4C71-868F-D742A8B66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05E2D2-1842-4158-8E95-FA02E09E9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8A3D8-734B-4D85-B256-E10514FBD997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44961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12702F-D986-4516-9175-476A78912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4033815-96A5-4375-AD2F-C65FA3101A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4F47DA-5C53-44ED-9E75-B1E8D6ED4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DFBA-374D-48FE-9522-E816D2DAC120}" type="datetimeFigureOut">
              <a:rPr lang="es-EC" smtClean="0"/>
              <a:t>27/7/2021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976FA3-463E-4B40-93FD-1308F5301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D75D32-6F1A-4F61-B82D-86330F893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8A3D8-734B-4D85-B256-E10514FBD997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29437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2D2C01D-23F6-48DC-B9D2-EC658C457D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515CB83-CB88-4E88-9477-F5646F90E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81CCCA-AC67-49B0-BF17-E455FE93E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DFBA-374D-48FE-9522-E816D2DAC120}" type="datetimeFigureOut">
              <a:rPr lang="es-EC" smtClean="0"/>
              <a:t>27/7/2021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1A4A36-119E-47E3-A28C-D381A2B2C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ACB47A-CF1A-4EB0-9879-85E4B0246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8A3D8-734B-4D85-B256-E10514FBD997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78183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07/27/21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62486-12B0-5E43-83B1-5C8D03995A2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18798859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07/27/21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3066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07/27/21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62486-12B0-5E43-83B1-5C8D03995A2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9182091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07/27/21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62486-12B0-5E43-83B1-5C8D03995A2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6135199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07/27/21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62486-12B0-5E43-83B1-5C8D03995A2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69487603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07/27/21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62486-12B0-5E43-83B1-5C8D03995A2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4064372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07/27/21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62486-12B0-5E43-83B1-5C8D03995A2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26001613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07/27/21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62486-12B0-5E43-83B1-5C8D03995A2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22156458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07/27/21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62486-12B0-5E43-83B1-5C8D03995A2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55596815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07/27/21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62486-12B0-5E43-83B1-5C8D03995A2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16819702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07/27/21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62486-12B0-5E43-83B1-5C8D03995A2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4980458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4000" cy="68604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00" y="1123200"/>
            <a:ext cx="5395050" cy="2079232"/>
          </a:xfrm>
        </p:spPr>
        <p:txBody>
          <a:bodyPr anchor="ctr"/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nl-NL" dirty="0"/>
              <a:t>Klikken om de titelstijl van het model te bewerken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4919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1" y="1197038"/>
            <a:ext cx="8142192" cy="4917436"/>
          </a:xfrm>
        </p:spPr>
        <p:txBody>
          <a:bodyPr>
            <a:normAutofit/>
          </a:bodyPr>
          <a:lstStyle>
            <a:lvl2pPr>
              <a:buClr>
                <a:srgbClr val="FF0000"/>
              </a:buClr>
              <a:defRPr/>
            </a:lvl2pPr>
            <a:lvl3pPr>
              <a:buClr>
                <a:srgbClr val="FF0000"/>
              </a:buClr>
              <a:defRPr/>
            </a:lvl3pPr>
            <a:lvl4pPr>
              <a:buClr>
                <a:srgbClr val="FF0000"/>
              </a:buClr>
              <a:defRPr sz="1200"/>
            </a:lvl4pPr>
            <a:lvl5pPr>
              <a:buClr>
                <a:srgbClr val="FF0000"/>
              </a:buCl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2558" y="445934"/>
            <a:ext cx="8117713" cy="65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0641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00" y="1408708"/>
            <a:ext cx="4639078" cy="2079232"/>
          </a:xfrm>
        </p:spPr>
        <p:txBody>
          <a:bodyPr anchor="ctr"/>
          <a:lstStyle>
            <a:lvl1pPr algn="l">
              <a:defRPr sz="3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 dirty="0"/>
              <a:t>Klikken om de 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88592" y="6356352"/>
            <a:ext cx="997458" cy="365125"/>
          </a:xfrm>
          <a:prstGeom prst="rect">
            <a:avLst/>
          </a:prstGeom>
        </p:spPr>
        <p:txBody>
          <a:bodyPr/>
          <a:lstStyle/>
          <a:p>
            <a:fld id="{0758A149-74D9-F84C-9762-2B60BFC717CB}" type="datetime1">
              <a:t>07/27/21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31920" y="6356352"/>
            <a:ext cx="2183130" cy="365125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4B5B4"/>
                </a:solidFill>
              </a:defRPr>
            </a:lvl1pPr>
          </a:lstStyle>
          <a:p>
            <a:fld id="{FDE62486-12B0-5E43-83B1-5C8D03995A27}" type="slidenum">
              <a:rPr lang="tr-TR"/>
              <a:pPr/>
              <a:t>‹#›</a:t>
            </a:fld>
            <a:endParaRPr lang="tr-TR"/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4000" cy="686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9002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P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99597" y="1175656"/>
            <a:ext cx="8074933" cy="4767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5" name="Picture 4" descr="weber_transparent.png">
            <a:extLst>
              <a:ext uri="{FF2B5EF4-FFF2-40B4-BE49-F238E27FC236}">
                <a16:creationId xmlns:a16="http://schemas.microsoft.com/office/drawing/2014/main" id="{AAE893B9-2A6A-45CB-8058-95EEA8063E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544" y="6303099"/>
            <a:ext cx="1008112" cy="3350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09301E3-9D54-4B36-AA1E-B04433A68137}"/>
              </a:ext>
            </a:extLst>
          </p:cNvPr>
          <p:cNvSpPr/>
          <p:nvPr userDrawn="1"/>
        </p:nvSpPr>
        <p:spPr>
          <a:xfrm rot="5400000">
            <a:off x="-3270498" y="3290500"/>
            <a:ext cx="6858003" cy="276997"/>
          </a:xfrm>
          <a:prstGeom prst="rect">
            <a:avLst/>
          </a:prstGeom>
          <a:solidFill>
            <a:srgbClr val="FFED00"/>
          </a:solidFill>
          <a:ln w="25400" cap="flat">
            <a:noFill/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ctr">
            <a:spAutoFit/>
          </a:bodyPr>
          <a:lstStyle/>
          <a:p>
            <a:pPr marL="0" marR="0" indent="0" algn="l" defTabSz="685783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35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Freeform 73">
            <a:extLst>
              <a:ext uri="{FF2B5EF4-FFF2-40B4-BE49-F238E27FC236}">
                <a16:creationId xmlns:a16="http://schemas.microsoft.com/office/drawing/2014/main" id="{AAFDE686-C140-443B-BC46-F2FB10D5D69B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8582019" y="476675"/>
            <a:ext cx="503059" cy="471039"/>
          </a:xfrm>
          <a:custGeom>
            <a:avLst/>
            <a:gdLst/>
            <a:ahLst/>
            <a:cxnLst>
              <a:cxn ang="0">
                <a:pos x="225" y="503"/>
              </a:cxn>
              <a:cxn ang="0">
                <a:pos x="345" y="441"/>
              </a:cxn>
              <a:cxn ang="0">
                <a:pos x="451" y="376"/>
              </a:cxn>
              <a:cxn ang="0">
                <a:pos x="538" y="288"/>
              </a:cxn>
              <a:cxn ang="0">
                <a:pos x="532" y="295"/>
              </a:cxn>
              <a:cxn ang="0">
                <a:pos x="444" y="380"/>
              </a:cxn>
              <a:cxn ang="0">
                <a:pos x="245" y="494"/>
              </a:cxn>
              <a:cxn ang="0">
                <a:pos x="220" y="493"/>
              </a:cxn>
              <a:cxn ang="0">
                <a:pos x="217" y="470"/>
              </a:cxn>
              <a:cxn ang="0">
                <a:pos x="230" y="491"/>
              </a:cxn>
              <a:cxn ang="0">
                <a:pos x="334" y="438"/>
              </a:cxn>
              <a:cxn ang="0">
                <a:pos x="443" y="372"/>
              </a:cxn>
              <a:cxn ang="0">
                <a:pos x="516" y="306"/>
              </a:cxn>
              <a:cxn ang="0">
                <a:pos x="541" y="198"/>
              </a:cxn>
              <a:cxn ang="0">
                <a:pos x="509" y="136"/>
              </a:cxn>
              <a:cxn ang="0">
                <a:pos x="456" y="101"/>
              </a:cxn>
              <a:cxn ang="0">
                <a:pos x="441" y="102"/>
              </a:cxn>
              <a:cxn ang="0">
                <a:pos x="441" y="102"/>
              </a:cxn>
              <a:cxn ang="0">
                <a:pos x="507" y="138"/>
              </a:cxn>
              <a:cxn ang="0">
                <a:pos x="540" y="213"/>
              </a:cxn>
              <a:cxn ang="0">
                <a:pos x="493" y="327"/>
              </a:cxn>
              <a:cxn ang="0">
                <a:pos x="338" y="431"/>
              </a:cxn>
              <a:cxn ang="0">
                <a:pos x="436" y="372"/>
              </a:cxn>
              <a:cxn ang="0">
                <a:pos x="524" y="286"/>
              </a:cxn>
              <a:cxn ang="0">
                <a:pos x="539" y="213"/>
              </a:cxn>
              <a:cxn ang="0">
                <a:pos x="493" y="126"/>
              </a:cxn>
              <a:cxn ang="0">
                <a:pos x="427" y="104"/>
              </a:cxn>
              <a:cxn ang="0">
                <a:pos x="344" y="137"/>
              </a:cxn>
              <a:cxn ang="0">
                <a:pos x="287" y="119"/>
              </a:cxn>
              <a:cxn ang="0">
                <a:pos x="270" y="93"/>
              </a:cxn>
              <a:cxn ang="0">
                <a:pos x="189" y="57"/>
              </a:cxn>
              <a:cxn ang="0">
                <a:pos x="101" y="81"/>
              </a:cxn>
              <a:cxn ang="0">
                <a:pos x="58" y="135"/>
              </a:cxn>
              <a:cxn ang="0">
                <a:pos x="46" y="211"/>
              </a:cxn>
              <a:cxn ang="0">
                <a:pos x="35" y="176"/>
              </a:cxn>
              <a:cxn ang="0">
                <a:pos x="27" y="197"/>
              </a:cxn>
              <a:cxn ang="0">
                <a:pos x="27" y="256"/>
              </a:cxn>
              <a:cxn ang="0">
                <a:pos x="1" y="186"/>
              </a:cxn>
              <a:cxn ang="0">
                <a:pos x="27" y="77"/>
              </a:cxn>
              <a:cxn ang="0">
                <a:pos x="129" y="6"/>
              </a:cxn>
              <a:cxn ang="0">
                <a:pos x="255" y="15"/>
              </a:cxn>
              <a:cxn ang="0">
                <a:pos x="329" y="77"/>
              </a:cxn>
              <a:cxn ang="0">
                <a:pos x="336" y="75"/>
              </a:cxn>
              <a:cxn ang="0">
                <a:pos x="424" y="46"/>
              </a:cxn>
              <a:cxn ang="0">
                <a:pos x="526" y="79"/>
              </a:cxn>
              <a:cxn ang="0">
                <a:pos x="578" y="150"/>
              </a:cxn>
              <a:cxn ang="0">
                <a:pos x="597" y="235"/>
              </a:cxn>
              <a:cxn ang="0">
                <a:pos x="541" y="353"/>
              </a:cxn>
              <a:cxn ang="0">
                <a:pos x="441" y="434"/>
              </a:cxn>
              <a:cxn ang="0">
                <a:pos x="247" y="540"/>
              </a:cxn>
              <a:cxn ang="0">
                <a:pos x="191" y="525"/>
              </a:cxn>
              <a:cxn ang="0">
                <a:pos x="78" y="340"/>
              </a:cxn>
              <a:cxn ang="0">
                <a:pos x="212" y="542"/>
              </a:cxn>
              <a:cxn ang="0">
                <a:pos x="337" y="481"/>
              </a:cxn>
              <a:cxn ang="0">
                <a:pos x="485" y="391"/>
              </a:cxn>
              <a:cxn ang="0">
                <a:pos x="486" y="390"/>
              </a:cxn>
              <a:cxn ang="0">
                <a:pos x="262" y="522"/>
              </a:cxn>
              <a:cxn ang="0">
                <a:pos x="155" y="451"/>
              </a:cxn>
              <a:cxn ang="0">
                <a:pos x="59" y="277"/>
              </a:cxn>
              <a:cxn ang="0">
                <a:pos x="77" y="270"/>
              </a:cxn>
            </a:cxnLst>
            <a:rect l="0" t="0" r="r" b="b"/>
            <a:pathLst>
              <a:path w="597" h="559">
                <a:moveTo>
                  <a:pt x="94" y="289"/>
                </a:moveTo>
                <a:lnTo>
                  <a:pt x="94" y="289"/>
                </a:lnTo>
                <a:lnTo>
                  <a:pt x="104" y="306"/>
                </a:lnTo>
                <a:lnTo>
                  <a:pt x="104" y="306"/>
                </a:lnTo>
                <a:lnTo>
                  <a:pt x="154" y="390"/>
                </a:lnTo>
                <a:lnTo>
                  <a:pt x="206" y="473"/>
                </a:lnTo>
                <a:lnTo>
                  <a:pt x="206" y="473"/>
                </a:lnTo>
                <a:lnTo>
                  <a:pt x="220" y="494"/>
                </a:lnTo>
                <a:lnTo>
                  <a:pt x="220" y="494"/>
                </a:lnTo>
                <a:lnTo>
                  <a:pt x="225" y="503"/>
                </a:lnTo>
                <a:lnTo>
                  <a:pt x="226" y="504"/>
                </a:lnTo>
                <a:lnTo>
                  <a:pt x="226" y="504"/>
                </a:lnTo>
                <a:lnTo>
                  <a:pt x="226" y="504"/>
                </a:lnTo>
                <a:lnTo>
                  <a:pt x="227" y="503"/>
                </a:lnTo>
                <a:lnTo>
                  <a:pt x="230" y="502"/>
                </a:lnTo>
                <a:lnTo>
                  <a:pt x="234" y="500"/>
                </a:lnTo>
                <a:lnTo>
                  <a:pt x="234" y="500"/>
                </a:lnTo>
                <a:lnTo>
                  <a:pt x="253" y="491"/>
                </a:lnTo>
                <a:lnTo>
                  <a:pt x="253" y="491"/>
                </a:lnTo>
                <a:lnTo>
                  <a:pt x="345" y="441"/>
                </a:lnTo>
                <a:lnTo>
                  <a:pt x="345" y="441"/>
                </a:lnTo>
                <a:lnTo>
                  <a:pt x="378" y="422"/>
                </a:lnTo>
                <a:lnTo>
                  <a:pt x="412" y="402"/>
                </a:lnTo>
                <a:lnTo>
                  <a:pt x="412" y="402"/>
                </a:lnTo>
                <a:lnTo>
                  <a:pt x="429" y="392"/>
                </a:lnTo>
                <a:lnTo>
                  <a:pt x="444" y="382"/>
                </a:lnTo>
                <a:lnTo>
                  <a:pt x="447" y="379"/>
                </a:lnTo>
                <a:lnTo>
                  <a:pt x="449" y="378"/>
                </a:lnTo>
                <a:lnTo>
                  <a:pt x="449" y="378"/>
                </a:lnTo>
                <a:lnTo>
                  <a:pt x="451" y="376"/>
                </a:lnTo>
                <a:lnTo>
                  <a:pt x="451" y="376"/>
                </a:lnTo>
                <a:lnTo>
                  <a:pt x="459" y="369"/>
                </a:lnTo>
                <a:lnTo>
                  <a:pt x="475" y="356"/>
                </a:lnTo>
                <a:lnTo>
                  <a:pt x="475" y="356"/>
                </a:lnTo>
                <a:lnTo>
                  <a:pt x="489" y="343"/>
                </a:lnTo>
                <a:lnTo>
                  <a:pt x="504" y="331"/>
                </a:lnTo>
                <a:lnTo>
                  <a:pt x="517" y="317"/>
                </a:lnTo>
                <a:lnTo>
                  <a:pt x="527" y="303"/>
                </a:lnTo>
                <a:lnTo>
                  <a:pt x="527" y="303"/>
                </a:lnTo>
                <a:lnTo>
                  <a:pt x="538" y="288"/>
                </a:lnTo>
                <a:lnTo>
                  <a:pt x="545" y="271"/>
                </a:lnTo>
                <a:lnTo>
                  <a:pt x="549" y="255"/>
                </a:lnTo>
                <a:lnTo>
                  <a:pt x="552" y="239"/>
                </a:lnTo>
                <a:lnTo>
                  <a:pt x="552" y="239"/>
                </a:lnTo>
                <a:lnTo>
                  <a:pt x="551" y="248"/>
                </a:lnTo>
                <a:lnTo>
                  <a:pt x="548" y="257"/>
                </a:lnTo>
                <a:lnTo>
                  <a:pt x="546" y="267"/>
                </a:lnTo>
                <a:lnTo>
                  <a:pt x="543" y="276"/>
                </a:lnTo>
                <a:lnTo>
                  <a:pt x="538" y="285"/>
                </a:lnTo>
                <a:lnTo>
                  <a:pt x="532" y="295"/>
                </a:lnTo>
                <a:lnTo>
                  <a:pt x="520" y="311"/>
                </a:lnTo>
                <a:lnTo>
                  <a:pt x="520" y="311"/>
                </a:lnTo>
                <a:lnTo>
                  <a:pt x="507" y="326"/>
                </a:lnTo>
                <a:lnTo>
                  <a:pt x="490" y="341"/>
                </a:lnTo>
                <a:lnTo>
                  <a:pt x="490" y="341"/>
                </a:lnTo>
                <a:lnTo>
                  <a:pt x="474" y="355"/>
                </a:lnTo>
                <a:lnTo>
                  <a:pt x="457" y="369"/>
                </a:lnTo>
                <a:lnTo>
                  <a:pt x="447" y="377"/>
                </a:lnTo>
                <a:lnTo>
                  <a:pt x="444" y="380"/>
                </a:lnTo>
                <a:lnTo>
                  <a:pt x="444" y="380"/>
                </a:lnTo>
                <a:lnTo>
                  <a:pt x="439" y="383"/>
                </a:lnTo>
                <a:lnTo>
                  <a:pt x="430" y="389"/>
                </a:lnTo>
                <a:lnTo>
                  <a:pt x="421" y="394"/>
                </a:lnTo>
                <a:lnTo>
                  <a:pt x="421" y="394"/>
                </a:lnTo>
                <a:lnTo>
                  <a:pt x="383" y="418"/>
                </a:lnTo>
                <a:lnTo>
                  <a:pt x="383" y="418"/>
                </a:lnTo>
                <a:lnTo>
                  <a:pt x="304" y="462"/>
                </a:lnTo>
                <a:lnTo>
                  <a:pt x="304" y="462"/>
                </a:lnTo>
                <a:lnTo>
                  <a:pt x="264" y="484"/>
                </a:lnTo>
                <a:lnTo>
                  <a:pt x="245" y="494"/>
                </a:lnTo>
                <a:lnTo>
                  <a:pt x="235" y="499"/>
                </a:lnTo>
                <a:lnTo>
                  <a:pt x="232" y="500"/>
                </a:lnTo>
                <a:lnTo>
                  <a:pt x="228" y="502"/>
                </a:lnTo>
                <a:lnTo>
                  <a:pt x="227" y="502"/>
                </a:lnTo>
                <a:lnTo>
                  <a:pt x="227" y="502"/>
                </a:lnTo>
                <a:lnTo>
                  <a:pt x="226" y="502"/>
                </a:lnTo>
                <a:lnTo>
                  <a:pt x="226" y="502"/>
                </a:lnTo>
                <a:lnTo>
                  <a:pt x="225" y="501"/>
                </a:lnTo>
                <a:lnTo>
                  <a:pt x="220" y="493"/>
                </a:lnTo>
                <a:lnTo>
                  <a:pt x="220" y="493"/>
                </a:lnTo>
                <a:lnTo>
                  <a:pt x="197" y="455"/>
                </a:lnTo>
                <a:lnTo>
                  <a:pt x="197" y="455"/>
                </a:lnTo>
                <a:lnTo>
                  <a:pt x="152" y="379"/>
                </a:lnTo>
                <a:lnTo>
                  <a:pt x="108" y="305"/>
                </a:lnTo>
                <a:lnTo>
                  <a:pt x="108" y="305"/>
                </a:lnTo>
                <a:lnTo>
                  <a:pt x="131" y="335"/>
                </a:lnTo>
                <a:lnTo>
                  <a:pt x="144" y="353"/>
                </a:lnTo>
                <a:lnTo>
                  <a:pt x="156" y="372"/>
                </a:lnTo>
                <a:lnTo>
                  <a:pt x="156" y="372"/>
                </a:lnTo>
                <a:lnTo>
                  <a:pt x="217" y="470"/>
                </a:lnTo>
                <a:lnTo>
                  <a:pt x="225" y="482"/>
                </a:lnTo>
                <a:lnTo>
                  <a:pt x="228" y="488"/>
                </a:lnTo>
                <a:lnTo>
                  <a:pt x="228" y="488"/>
                </a:lnTo>
                <a:lnTo>
                  <a:pt x="228" y="488"/>
                </a:lnTo>
                <a:lnTo>
                  <a:pt x="228" y="488"/>
                </a:lnTo>
                <a:lnTo>
                  <a:pt x="230" y="488"/>
                </a:lnTo>
                <a:lnTo>
                  <a:pt x="230" y="489"/>
                </a:lnTo>
                <a:lnTo>
                  <a:pt x="230" y="489"/>
                </a:lnTo>
                <a:lnTo>
                  <a:pt x="230" y="491"/>
                </a:lnTo>
                <a:lnTo>
                  <a:pt x="230" y="491"/>
                </a:lnTo>
                <a:lnTo>
                  <a:pt x="230" y="491"/>
                </a:lnTo>
                <a:lnTo>
                  <a:pt x="231" y="489"/>
                </a:lnTo>
                <a:lnTo>
                  <a:pt x="232" y="489"/>
                </a:lnTo>
                <a:lnTo>
                  <a:pt x="238" y="487"/>
                </a:lnTo>
                <a:lnTo>
                  <a:pt x="238" y="487"/>
                </a:lnTo>
                <a:lnTo>
                  <a:pt x="262" y="473"/>
                </a:lnTo>
                <a:lnTo>
                  <a:pt x="262" y="473"/>
                </a:lnTo>
                <a:lnTo>
                  <a:pt x="264" y="478"/>
                </a:lnTo>
                <a:lnTo>
                  <a:pt x="264" y="478"/>
                </a:lnTo>
                <a:lnTo>
                  <a:pt x="334" y="438"/>
                </a:lnTo>
                <a:lnTo>
                  <a:pt x="401" y="399"/>
                </a:lnTo>
                <a:lnTo>
                  <a:pt x="401" y="399"/>
                </a:lnTo>
                <a:lnTo>
                  <a:pt x="417" y="389"/>
                </a:lnTo>
                <a:lnTo>
                  <a:pt x="425" y="384"/>
                </a:lnTo>
                <a:lnTo>
                  <a:pt x="425" y="384"/>
                </a:lnTo>
                <a:lnTo>
                  <a:pt x="434" y="379"/>
                </a:lnTo>
                <a:lnTo>
                  <a:pt x="437" y="376"/>
                </a:lnTo>
                <a:lnTo>
                  <a:pt x="437" y="376"/>
                </a:lnTo>
                <a:lnTo>
                  <a:pt x="441" y="373"/>
                </a:lnTo>
                <a:lnTo>
                  <a:pt x="443" y="372"/>
                </a:lnTo>
                <a:lnTo>
                  <a:pt x="444" y="371"/>
                </a:lnTo>
                <a:lnTo>
                  <a:pt x="445" y="370"/>
                </a:lnTo>
                <a:lnTo>
                  <a:pt x="447" y="369"/>
                </a:lnTo>
                <a:lnTo>
                  <a:pt x="447" y="369"/>
                </a:lnTo>
                <a:lnTo>
                  <a:pt x="463" y="356"/>
                </a:lnTo>
                <a:lnTo>
                  <a:pt x="463" y="356"/>
                </a:lnTo>
                <a:lnTo>
                  <a:pt x="478" y="344"/>
                </a:lnTo>
                <a:lnTo>
                  <a:pt x="492" y="332"/>
                </a:lnTo>
                <a:lnTo>
                  <a:pt x="504" y="319"/>
                </a:lnTo>
                <a:lnTo>
                  <a:pt x="516" y="306"/>
                </a:lnTo>
                <a:lnTo>
                  <a:pt x="516" y="306"/>
                </a:lnTo>
                <a:lnTo>
                  <a:pt x="526" y="292"/>
                </a:lnTo>
                <a:lnTo>
                  <a:pt x="534" y="278"/>
                </a:lnTo>
                <a:lnTo>
                  <a:pt x="534" y="278"/>
                </a:lnTo>
                <a:lnTo>
                  <a:pt x="541" y="262"/>
                </a:lnTo>
                <a:lnTo>
                  <a:pt x="545" y="247"/>
                </a:lnTo>
                <a:lnTo>
                  <a:pt x="545" y="247"/>
                </a:lnTo>
                <a:lnTo>
                  <a:pt x="546" y="231"/>
                </a:lnTo>
                <a:lnTo>
                  <a:pt x="545" y="215"/>
                </a:lnTo>
                <a:lnTo>
                  <a:pt x="541" y="198"/>
                </a:lnTo>
                <a:lnTo>
                  <a:pt x="536" y="182"/>
                </a:lnTo>
                <a:lnTo>
                  <a:pt x="536" y="182"/>
                </a:lnTo>
                <a:lnTo>
                  <a:pt x="532" y="173"/>
                </a:lnTo>
                <a:lnTo>
                  <a:pt x="527" y="165"/>
                </a:lnTo>
                <a:lnTo>
                  <a:pt x="524" y="158"/>
                </a:lnTo>
                <a:lnTo>
                  <a:pt x="519" y="150"/>
                </a:lnTo>
                <a:lnTo>
                  <a:pt x="519" y="150"/>
                </a:lnTo>
                <a:lnTo>
                  <a:pt x="515" y="143"/>
                </a:lnTo>
                <a:lnTo>
                  <a:pt x="509" y="136"/>
                </a:lnTo>
                <a:lnTo>
                  <a:pt x="509" y="136"/>
                </a:lnTo>
                <a:lnTo>
                  <a:pt x="503" y="129"/>
                </a:lnTo>
                <a:lnTo>
                  <a:pt x="503" y="129"/>
                </a:lnTo>
                <a:lnTo>
                  <a:pt x="497" y="123"/>
                </a:lnTo>
                <a:lnTo>
                  <a:pt x="497" y="123"/>
                </a:lnTo>
                <a:lnTo>
                  <a:pt x="492" y="118"/>
                </a:lnTo>
                <a:lnTo>
                  <a:pt x="485" y="114"/>
                </a:lnTo>
                <a:lnTo>
                  <a:pt x="478" y="109"/>
                </a:lnTo>
                <a:lnTo>
                  <a:pt x="471" y="106"/>
                </a:lnTo>
                <a:lnTo>
                  <a:pt x="464" y="103"/>
                </a:lnTo>
                <a:lnTo>
                  <a:pt x="456" y="101"/>
                </a:lnTo>
                <a:lnTo>
                  <a:pt x="449" y="100"/>
                </a:lnTo>
                <a:lnTo>
                  <a:pt x="441" y="100"/>
                </a:lnTo>
                <a:lnTo>
                  <a:pt x="441" y="100"/>
                </a:lnTo>
                <a:lnTo>
                  <a:pt x="443" y="101"/>
                </a:lnTo>
                <a:lnTo>
                  <a:pt x="443" y="101"/>
                </a:lnTo>
                <a:lnTo>
                  <a:pt x="441" y="102"/>
                </a:lnTo>
                <a:lnTo>
                  <a:pt x="441" y="102"/>
                </a:lnTo>
                <a:lnTo>
                  <a:pt x="439" y="102"/>
                </a:lnTo>
                <a:lnTo>
                  <a:pt x="439" y="102"/>
                </a:lnTo>
                <a:lnTo>
                  <a:pt x="441" y="102"/>
                </a:lnTo>
                <a:lnTo>
                  <a:pt x="441" y="102"/>
                </a:lnTo>
                <a:lnTo>
                  <a:pt x="441" y="103"/>
                </a:lnTo>
                <a:lnTo>
                  <a:pt x="442" y="103"/>
                </a:lnTo>
                <a:lnTo>
                  <a:pt x="442" y="103"/>
                </a:lnTo>
                <a:lnTo>
                  <a:pt x="451" y="104"/>
                </a:lnTo>
                <a:lnTo>
                  <a:pt x="451" y="104"/>
                </a:lnTo>
                <a:lnTo>
                  <a:pt x="442" y="103"/>
                </a:lnTo>
                <a:lnTo>
                  <a:pt x="442" y="103"/>
                </a:lnTo>
                <a:lnTo>
                  <a:pt x="441" y="103"/>
                </a:lnTo>
                <a:lnTo>
                  <a:pt x="441" y="102"/>
                </a:lnTo>
                <a:lnTo>
                  <a:pt x="441" y="102"/>
                </a:lnTo>
                <a:lnTo>
                  <a:pt x="457" y="104"/>
                </a:lnTo>
                <a:lnTo>
                  <a:pt x="471" y="109"/>
                </a:lnTo>
                <a:lnTo>
                  <a:pt x="476" y="112"/>
                </a:lnTo>
                <a:lnTo>
                  <a:pt x="483" y="116"/>
                </a:lnTo>
                <a:lnTo>
                  <a:pt x="489" y="121"/>
                </a:lnTo>
                <a:lnTo>
                  <a:pt x="495" y="126"/>
                </a:lnTo>
                <a:lnTo>
                  <a:pt x="495" y="126"/>
                </a:lnTo>
                <a:lnTo>
                  <a:pt x="501" y="132"/>
                </a:lnTo>
                <a:lnTo>
                  <a:pt x="507" y="138"/>
                </a:lnTo>
                <a:lnTo>
                  <a:pt x="507" y="138"/>
                </a:lnTo>
                <a:lnTo>
                  <a:pt x="511" y="145"/>
                </a:lnTo>
                <a:lnTo>
                  <a:pt x="516" y="152"/>
                </a:lnTo>
                <a:lnTo>
                  <a:pt x="520" y="159"/>
                </a:lnTo>
                <a:lnTo>
                  <a:pt x="524" y="167"/>
                </a:lnTo>
                <a:lnTo>
                  <a:pt x="524" y="167"/>
                </a:lnTo>
                <a:lnTo>
                  <a:pt x="531" y="182"/>
                </a:lnTo>
                <a:lnTo>
                  <a:pt x="531" y="182"/>
                </a:lnTo>
                <a:lnTo>
                  <a:pt x="537" y="198"/>
                </a:lnTo>
                <a:lnTo>
                  <a:pt x="540" y="213"/>
                </a:lnTo>
                <a:lnTo>
                  <a:pt x="543" y="230"/>
                </a:lnTo>
                <a:lnTo>
                  <a:pt x="541" y="245"/>
                </a:lnTo>
                <a:lnTo>
                  <a:pt x="541" y="245"/>
                </a:lnTo>
                <a:lnTo>
                  <a:pt x="538" y="260"/>
                </a:lnTo>
                <a:lnTo>
                  <a:pt x="532" y="274"/>
                </a:lnTo>
                <a:lnTo>
                  <a:pt x="525" y="289"/>
                </a:lnTo>
                <a:lnTo>
                  <a:pt x="516" y="302"/>
                </a:lnTo>
                <a:lnTo>
                  <a:pt x="516" y="302"/>
                </a:lnTo>
                <a:lnTo>
                  <a:pt x="504" y="314"/>
                </a:lnTo>
                <a:lnTo>
                  <a:pt x="493" y="327"/>
                </a:lnTo>
                <a:lnTo>
                  <a:pt x="479" y="339"/>
                </a:lnTo>
                <a:lnTo>
                  <a:pt x="465" y="350"/>
                </a:lnTo>
                <a:lnTo>
                  <a:pt x="450" y="363"/>
                </a:lnTo>
                <a:lnTo>
                  <a:pt x="442" y="370"/>
                </a:lnTo>
                <a:lnTo>
                  <a:pt x="436" y="373"/>
                </a:lnTo>
                <a:lnTo>
                  <a:pt x="436" y="373"/>
                </a:lnTo>
                <a:lnTo>
                  <a:pt x="405" y="393"/>
                </a:lnTo>
                <a:lnTo>
                  <a:pt x="405" y="393"/>
                </a:lnTo>
                <a:lnTo>
                  <a:pt x="372" y="413"/>
                </a:lnTo>
                <a:lnTo>
                  <a:pt x="338" y="431"/>
                </a:lnTo>
                <a:lnTo>
                  <a:pt x="270" y="470"/>
                </a:lnTo>
                <a:lnTo>
                  <a:pt x="270" y="470"/>
                </a:lnTo>
                <a:lnTo>
                  <a:pt x="352" y="423"/>
                </a:lnTo>
                <a:lnTo>
                  <a:pt x="352" y="423"/>
                </a:lnTo>
                <a:lnTo>
                  <a:pt x="393" y="400"/>
                </a:lnTo>
                <a:lnTo>
                  <a:pt x="393" y="400"/>
                </a:lnTo>
                <a:lnTo>
                  <a:pt x="413" y="389"/>
                </a:lnTo>
                <a:lnTo>
                  <a:pt x="431" y="376"/>
                </a:lnTo>
                <a:lnTo>
                  <a:pt x="431" y="376"/>
                </a:lnTo>
                <a:lnTo>
                  <a:pt x="436" y="372"/>
                </a:lnTo>
                <a:lnTo>
                  <a:pt x="439" y="370"/>
                </a:lnTo>
                <a:lnTo>
                  <a:pt x="439" y="370"/>
                </a:lnTo>
                <a:lnTo>
                  <a:pt x="449" y="363"/>
                </a:lnTo>
                <a:lnTo>
                  <a:pt x="467" y="348"/>
                </a:lnTo>
                <a:lnTo>
                  <a:pt x="467" y="348"/>
                </a:lnTo>
                <a:lnTo>
                  <a:pt x="483" y="333"/>
                </a:lnTo>
                <a:lnTo>
                  <a:pt x="500" y="318"/>
                </a:lnTo>
                <a:lnTo>
                  <a:pt x="500" y="318"/>
                </a:lnTo>
                <a:lnTo>
                  <a:pt x="512" y="303"/>
                </a:lnTo>
                <a:lnTo>
                  <a:pt x="524" y="286"/>
                </a:lnTo>
                <a:lnTo>
                  <a:pt x="529" y="277"/>
                </a:lnTo>
                <a:lnTo>
                  <a:pt x="533" y="269"/>
                </a:lnTo>
                <a:lnTo>
                  <a:pt x="536" y="260"/>
                </a:lnTo>
                <a:lnTo>
                  <a:pt x="538" y="251"/>
                </a:lnTo>
                <a:lnTo>
                  <a:pt x="538" y="251"/>
                </a:lnTo>
                <a:lnTo>
                  <a:pt x="540" y="241"/>
                </a:lnTo>
                <a:lnTo>
                  <a:pt x="540" y="233"/>
                </a:lnTo>
                <a:lnTo>
                  <a:pt x="540" y="224"/>
                </a:lnTo>
                <a:lnTo>
                  <a:pt x="539" y="213"/>
                </a:lnTo>
                <a:lnTo>
                  <a:pt x="539" y="213"/>
                </a:lnTo>
                <a:lnTo>
                  <a:pt x="537" y="204"/>
                </a:lnTo>
                <a:lnTo>
                  <a:pt x="534" y="195"/>
                </a:lnTo>
                <a:lnTo>
                  <a:pt x="526" y="176"/>
                </a:lnTo>
                <a:lnTo>
                  <a:pt x="526" y="176"/>
                </a:lnTo>
                <a:lnTo>
                  <a:pt x="517" y="158"/>
                </a:lnTo>
                <a:lnTo>
                  <a:pt x="511" y="148"/>
                </a:lnTo>
                <a:lnTo>
                  <a:pt x="505" y="140"/>
                </a:lnTo>
                <a:lnTo>
                  <a:pt x="505" y="140"/>
                </a:lnTo>
                <a:lnTo>
                  <a:pt x="500" y="133"/>
                </a:lnTo>
                <a:lnTo>
                  <a:pt x="493" y="126"/>
                </a:lnTo>
                <a:lnTo>
                  <a:pt x="486" y="121"/>
                </a:lnTo>
                <a:lnTo>
                  <a:pt x="479" y="116"/>
                </a:lnTo>
                <a:lnTo>
                  <a:pt x="479" y="116"/>
                </a:lnTo>
                <a:lnTo>
                  <a:pt x="471" y="111"/>
                </a:lnTo>
                <a:lnTo>
                  <a:pt x="463" y="108"/>
                </a:lnTo>
                <a:lnTo>
                  <a:pt x="454" y="106"/>
                </a:lnTo>
                <a:lnTo>
                  <a:pt x="445" y="104"/>
                </a:lnTo>
                <a:lnTo>
                  <a:pt x="445" y="104"/>
                </a:lnTo>
                <a:lnTo>
                  <a:pt x="436" y="104"/>
                </a:lnTo>
                <a:lnTo>
                  <a:pt x="427" y="104"/>
                </a:lnTo>
                <a:lnTo>
                  <a:pt x="417" y="106"/>
                </a:lnTo>
                <a:lnTo>
                  <a:pt x="408" y="108"/>
                </a:lnTo>
                <a:lnTo>
                  <a:pt x="408" y="108"/>
                </a:lnTo>
                <a:lnTo>
                  <a:pt x="388" y="114"/>
                </a:lnTo>
                <a:lnTo>
                  <a:pt x="370" y="123"/>
                </a:lnTo>
                <a:lnTo>
                  <a:pt x="365" y="125"/>
                </a:lnTo>
                <a:lnTo>
                  <a:pt x="359" y="128"/>
                </a:lnTo>
                <a:lnTo>
                  <a:pt x="359" y="128"/>
                </a:lnTo>
                <a:lnTo>
                  <a:pt x="350" y="133"/>
                </a:lnTo>
                <a:lnTo>
                  <a:pt x="344" y="137"/>
                </a:lnTo>
                <a:lnTo>
                  <a:pt x="340" y="140"/>
                </a:lnTo>
                <a:lnTo>
                  <a:pt x="340" y="140"/>
                </a:lnTo>
                <a:lnTo>
                  <a:pt x="320" y="155"/>
                </a:lnTo>
                <a:lnTo>
                  <a:pt x="320" y="155"/>
                </a:lnTo>
                <a:lnTo>
                  <a:pt x="301" y="170"/>
                </a:lnTo>
                <a:lnTo>
                  <a:pt x="293" y="141"/>
                </a:lnTo>
                <a:lnTo>
                  <a:pt x="290" y="126"/>
                </a:lnTo>
                <a:lnTo>
                  <a:pt x="289" y="123"/>
                </a:lnTo>
                <a:lnTo>
                  <a:pt x="289" y="123"/>
                </a:lnTo>
                <a:lnTo>
                  <a:pt x="287" y="119"/>
                </a:lnTo>
                <a:lnTo>
                  <a:pt x="285" y="114"/>
                </a:lnTo>
                <a:lnTo>
                  <a:pt x="282" y="108"/>
                </a:lnTo>
                <a:lnTo>
                  <a:pt x="282" y="108"/>
                </a:lnTo>
                <a:lnTo>
                  <a:pt x="281" y="106"/>
                </a:lnTo>
                <a:lnTo>
                  <a:pt x="281" y="104"/>
                </a:lnTo>
                <a:lnTo>
                  <a:pt x="281" y="104"/>
                </a:lnTo>
                <a:lnTo>
                  <a:pt x="277" y="101"/>
                </a:lnTo>
                <a:lnTo>
                  <a:pt x="274" y="96"/>
                </a:lnTo>
                <a:lnTo>
                  <a:pt x="270" y="93"/>
                </a:lnTo>
                <a:lnTo>
                  <a:pt x="270" y="93"/>
                </a:lnTo>
                <a:lnTo>
                  <a:pt x="263" y="86"/>
                </a:lnTo>
                <a:lnTo>
                  <a:pt x="254" y="79"/>
                </a:lnTo>
                <a:lnTo>
                  <a:pt x="254" y="79"/>
                </a:lnTo>
                <a:lnTo>
                  <a:pt x="245" y="73"/>
                </a:lnTo>
                <a:lnTo>
                  <a:pt x="234" y="68"/>
                </a:lnTo>
                <a:lnTo>
                  <a:pt x="234" y="68"/>
                </a:lnTo>
                <a:lnTo>
                  <a:pt x="223" y="64"/>
                </a:lnTo>
                <a:lnTo>
                  <a:pt x="212" y="61"/>
                </a:lnTo>
                <a:lnTo>
                  <a:pt x="201" y="59"/>
                </a:lnTo>
                <a:lnTo>
                  <a:pt x="189" y="57"/>
                </a:lnTo>
                <a:lnTo>
                  <a:pt x="177" y="57"/>
                </a:lnTo>
                <a:lnTo>
                  <a:pt x="166" y="57"/>
                </a:lnTo>
                <a:lnTo>
                  <a:pt x="154" y="59"/>
                </a:lnTo>
                <a:lnTo>
                  <a:pt x="143" y="61"/>
                </a:lnTo>
                <a:lnTo>
                  <a:pt x="143" y="61"/>
                </a:lnTo>
                <a:lnTo>
                  <a:pt x="132" y="65"/>
                </a:lnTo>
                <a:lnTo>
                  <a:pt x="121" y="70"/>
                </a:lnTo>
                <a:lnTo>
                  <a:pt x="121" y="70"/>
                </a:lnTo>
                <a:lnTo>
                  <a:pt x="109" y="75"/>
                </a:lnTo>
                <a:lnTo>
                  <a:pt x="101" y="81"/>
                </a:lnTo>
                <a:lnTo>
                  <a:pt x="101" y="81"/>
                </a:lnTo>
                <a:lnTo>
                  <a:pt x="94" y="86"/>
                </a:lnTo>
                <a:lnTo>
                  <a:pt x="87" y="92"/>
                </a:lnTo>
                <a:lnTo>
                  <a:pt x="80" y="97"/>
                </a:lnTo>
                <a:lnTo>
                  <a:pt x="74" y="104"/>
                </a:lnTo>
                <a:lnTo>
                  <a:pt x="70" y="111"/>
                </a:lnTo>
                <a:lnTo>
                  <a:pt x="65" y="118"/>
                </a:lnTo>
                <a:lnTo>
                  <a:pt x="61" y="126"/>
                </a:lnTo>
                <a:lnTo>
                  <a:pt x="58" y="135"/>
                </a:lnTo>
                <a:lnTo>
                  <a:pt x="58" y="135"/>
                </a:lnTo>
                <a:lnTo>
                  <a:pt x="56" y="143"/>
                </a:lnTo>
                <a:lnTo>
                  <a:pt x="53" y="152"/>
                </a:lnTo>
                <a:lnTo>
                  <a:pt x="51" y="170"/>
                </a:lnTo>
                <a:lnTo>
                  <a:pt x="52" y="189"/>
                </a:lnTo>
                <a:lnTo>
                  <a:pt x="54" y="208"/>
                </a:lnTo>
                <a:lnTo>
                  <a:pt x="54" y="208"/>
                </a:lnTo>
                <a:lnTo>
                  <a:pt x="53" y="206"/>
                </a:lnTo>
                <a:lnTo>
                  <a:pt x="51" y="206"/>
                </a:lnTo>
                <a:lnTo>
                  <a:pt x="49" y="208"/>
                </a:lnTo>
                <a:lnTo>
                  <a:pt x="46" y="211"/>
                </a:lnTo>
                <a:lnTo>
                  <a:pt x="45" y="211"/>
                </a:lnTo>
                <a:lnTo>
                  <a:pt x="43" y="212"/>
                </a:lnTo>
                <a:lnTo>
                  <a:pt x="43" y="212"/>
                </a:lnTo>
                <a:lnTo>
                  <a:pt x="42" y="211"/>
                </a:lnTo>
                <a:lnTo>
                  <a:pt x="41" y="209"/>
                </a:lnTo>
                <a:lnTo>
                  <a:pt x="38" y="204"/>
                </a:lnTo>
                <a:lnTo>
                  <a:pt x="37" y="197"/>
                </a:lnTo>
                <a:lnTo>
                  <a:pt x="37" y="197"/>
                </a:lnTo>
                <a:lnTo>
                  <a:pt x="35" y="188"/>
                </a:lnTo>
                <a:lnTo>
                  <a:pt x="35" y="176"/>
                </a:lnTo>
                <a:lnTo>
                  <a:pt x="35" y="176"/>
                </a:lnTo>
                <a:lnTo>
                  <a:pt x="35" y="161"/>
                </a:lnTo>
                <a:lnTo>
                  <a:pt x="38" y="143"/>
                </a:lnTo>
                <a:lnTo>
                  <a:pt x="38" y="143"/>
                </a:lnTo>
                <a:lnTo>
                  <a:pt x="32" y="141"/>
                </a:lnTo>
                <a:lnTo>
                  <a:pt x="32" y="141"/>
                </a:lnTo>
                <a:lnTo>
                  <a:pt x="29" y="161"/>
                </a:lnTo>
                <a:lnTo>
                  <a:pt x="27" y="181"/>
                </a:lnTo>
                <a:lnTo>
                  <a:pt x="27" y="181"/>
                </a:lnTo>
                <a:lnTo>
                  <a:pt x="27" y="197"/>
                </a:lnTo>
                <a:lnTo>
                  <a:pt x="27" y="212"/>
                </a:lnTo>
                <a:lnTo>
                  <a:pt x="27" y="212"/>
                </a:lnTo>
                <a:lnTo>
                  <a:pt x="29" y="237"/>
                </a:lnTo>
                <a:lnTo>
                  <a:pt x="29" y="237"/>
                </a:lnTo>
                <a:lnTo>
                  <a:pt x="30" y="252"/>
                </a:lnTo>
                <a:lnTo>
                  <a:pt x="30" y="252"/>
                </a:lnTo>
                <a:lnTo>
                  <a:pt x="29" y="255"/>
                </a:lnTo>
                <a:lnTo>
                  <a:pt x="28" y="256"/>
                </a:lnTo>
                <a:lnTo>
                  <a:pt x="27" y="256"/>
                </a:lnTo>
                <a:lnTo>
                  <a:pt x="27" y="256"/>
                </a:lnTo>
                <a:lnTo>
                  <a:pt x="23" y="254"/>
                </a:lnTo>
                <a:lnTo>
                  <a:pt x="20" y="247"/>
                </a:lnTo>
                <a:lnTo>
                  <a:pt x="20" y="247"/>
                </a:lnTo>
                <a:lnTo>
                  <a:pt x="14" y="238"/>
                </a:lnTo>
                <a:lnTo>
                  <a:pt x="9" y="225"/>
                </a:lnTo>
                <a:lnTo>
                  <a:pt x="9" y="225"/>
                </a:lnTo>
                <a:lnTo>
                  <a:pt x="5" y="208"/>
                </a:lnTo>
                <a:lnTo>
                  <a:pt x="2" y="197"/>
                </a:lnTo>
                <a:lnTo>
                  <a:pt x="1" y="186"/>
                </a:lnTo>
                <a:lnTo>
                  <a:pt x="1" y="186"/>
                </a:lnTo>
                <a:lnTo>
                  <a:pt x="0" y="173"/>
                </a:lnTo>
                <a:lnTo>
                  <a:pt x="0" y="159"/>
                </a:lnTo>
                <a:lnTo>
                  <a:pt x="2" y="145"/>
                </a:lnTo>
                <a:lnTo>
                  <a:pt x="5" y="131"/>
                </a:lnTo>
                <a:lnTo>
                  <a:pt x="5" y="131"/>
                </a:lnTo>
                <a:lnTo>
                  <a:pt x="8" y="117"/>
                </a:lnTo>
                <a:lnTo>
                  <a:pt x="13" y="103"/>
                </a:lnTo>
                <a:lnTo>
                  <a:pt x="20" y="89"/>
                </a:lnTo>
                <a:lnTo>
                  <a:pt x="27" y="77"/>
                </a:lnTo>
                <a:lnTo>
                  <a:pt x="27" y="77"/>
                </a:lnTo>
                <a:lnTo>
                  <a:pt x="36" y="64"/>
                </a:lnTo>
                <a:lnTo>
                  <a:pt x="46" y="52"/>
                </a:lnTo>
                <a:lnTo>
                  <a:pt x="46" y="52"/>
                </a:lnTo>
                <a:lnTo>
                  <a:pt x="58" y="42"/>
                </a:lnTo>
                <a:lnTo>
                  <a:pt x="71" y="32"/>
                </a:lnTo>
                <a:lnTo>
                  <a:pt x="71" y="32"/>
                </a:lnTo>
                <a:lnTo>
                  <a:pt x="83" y="23"/>
                </a:lnTo>
                <a:lnTo>
                  <a:pt x="99" y="16"/>
                </a:lnTo>
                <a:lnTo>
                  <a:pt x="114" y="10"/>
                </a:lnTo>
                <a:lnTo>
                  <a:pt x="129" y="6"/>
                </a:lnTo>
                <a:lnTo>
                  <a:pt x="129" y="6"/>
                </a:lnTo>
                <a:lnTo>
                  <a:pt x="144" y="2"/>
                </a:lnTo>
                <a:lnTo>
                  <a:pt x="160" y="0"/>
                </a:lnTo>
                <a:lnTo>
                  <a:pt x="176" y="0"/>
                </a:lnTo>
                <a:lnTo>
                  <a:pt x="192" y="0"/>
                </a:lnTo>
                <a:lnTo>
                  <a:pt x="209" y="2"/>
                </a:lnTo>
                <a:lnTo>
                  <a:pt x="224" y="6"/>
                </a:lnTo>
                <a:lnTo>
                  <a:pt x="240" y="9"/>
                </a:lnTo>
                <a:lnTo>
                  <a:pt x="255" y="15"/>
                </a:lnTo>
                <a:lnTo>
                  <a:pt x="255" y="15"/>
                </a:lnTo>
                <a:lnTo>
                  <a:pt x="270" y="22"/>
                </a:lnTo>
                <a:lnTo>
                  <a:pt x="284" y="31"/>
                </a:lnTo>
                <a:lnTo>
                  <a:pt x="298" y="41"/>
                </a:lnTo>
                <a:lnTo>
                  <a:pt x="311" y="52"/>
                </a:lnTo>
                <a:lnTo>
                  <a:pt x="316" y="59"/>
                </a:lnTo>
                <a:lnTo>
                  <a:pt x="316" y="59"/>
                </a:lnTo>
                <a:lnTo>
                  <a:pt x="322" y="66"/>
                </a:lnTo>
                <a:lnTo>
                  <a:pt x="322" y="66"/>
                </a:lnTo>
                <a:lnTo>
                  <a:pt x="328" y="73"/>
                </a:lnTo>
                <a:lnTo>
                  <a:pt x="329" y="77"/>
                </a:lnTo>
                <a:lnTo>
                  <a:pt x="330" y="77"/>
                </a:lnTo>
                <a:lnTo>
                  <a:pt x="330" y="78"/>
                </a:lnTo>
                <a:lnTo>
                  <a:pt x="330" y="78"/>
                </a:lnTo>
                <a:lnTo>
                  <a:pt x="330" y="79"/>
                </a:lnTo>
                <a:lnTo>
                  <a:pt x="330" y="79"/>
                </a:lnTo>
                <a:lnTo>
                  <a:pt x="333" y="78"/>
                </a:lnTo>
                <a:lnTo>
                  <a:pt x="333" y="78"/>
                </a:lnTo>
                <a:lnTo>
                  <a:pt x="333" y="78"/>
                </a:lnTo>
                <a:lnTo>
                  <a:pt x="334" y="77"/>
                </a:lnTo>
                <a:lnTo>
                  <a:pt x="336" y="75"/>
                </a:lnTo>
                <a:lnTo>
                  <a:pt x="342" y="72"/>
                </a:lnTo>
                <a:lnTo>
                  <a:pt x="342" y="72"/>
                </a:lnTo>
                <a:lnTo>
                  <a:pt x="352" y="67"/>
                </a:lnTo>
                <a:lnTo>
                  <a:pt x="352" y="67"/>
                </a:lnTo>
                <a:lnTo>
                  <a:pt x="374" y="58"/>
                </a:lnTo>
                <a:lnTo>
                  <a:pt x="374" y="58"/>
                </a:lnTo>
                <a:lnTo>
                  <a:pt x="387" y="53"/>
                </a:lnTo>
                <a:lnTo>
                  <a:pt x="399" y="51"/>
                </a:lnTo>
                <a:lnTo>
                  <a:pt x="412" y="49"/>
                </a:lnTo>
                <a:lnTo>
                  <a:pt x="424" y="46"/>
                </a:lnTo>
                <a:lnTo>
                  <a:pt x="424" y="46"/>
                </a:lnTo>
                <a:lnTo>
                  <a:pt x="438" y="46"/>
                </a:lnTo>
                <a:lnTo>
                  <a:pt x="451" y="46"/>
                </a:lnTo>
                <a:lnTo>
                  <a:pt x="465" y="49"/>
                </a:lnTo>
                <a:lnTo>
                  <a:pt x="478" y="52"/>
                </a:lnTo>
                <a:lnTo>
                  <a:pt x="478" y="52"/>
                </a:lnTo>
                <a:lnTo>
                  <a:pt x="492" y="57"/>
                </a:lnTo>
                <a:lnTo>
                  <a:pt x="504" y="63"/>
                </a:lnTo>
                <a:lnTo>
                  <a:pt x="516" y="70"/>
                </a:lnTo>
                <a:lnTo>
                  <a:pt x="526" y="79"/>
                </a:lnTo>
                <a:lnTo>
                  <a:pt x="526" y="79"/>
                </a:lnTo>
                <a:lnTo>
                  <a:pt x="536" y="87"/>
                </a:lnTo>
                <a:lnTo>
                  <a:pt x="545" y="97"/>
                </a:lnTo>
                <a:lnTo>
                  <a:pt x="553" y="107"/>
                </a:lnTo>
                <a:lnTo>
                  <a:pt x="560" y="117"/>
                </a:lnTo>
                <a:lnTo>
                  <a:pt x="560" y="117"/>
                </a:lnTo>
                <a:lnTo>
                  <a:pt x="567" y="128"/>
                </a:lnTo>
                <a:lnTo>
                  <a:pt x="573" y="139"/>
                </a:lnTo>
                <a:lnTo>
                  <a:pt x="573" y="139"/>
                </a:lnTo>
                <a:lnTo>
                  <a:pt x="578" y="150"/>
                </a:lnTo>
                <a:lnTo>
                  <a:pt x="583" y="160"/>
                </a:lnTo>
                <a:lnTo>
                  <a:pt x="583" y="160"/>
                </a:lnTo>
                <a:lnTo>
                  <a:pt x="587" y="172"/>
                </a:lnTo>
                <a:lnTo>
                  <a:pt x="591" y="184"/>
                </a:lnTo>
                <a:lnTo>
                  <a:pt x="591" y="184"/>
                </a:lnTo>
                <a:lnTo>
                  <a:pt x="594" y="197"/>
                </a:lnTo>
                <a:lnTo>
                  <a:pt x="596" y="210"/>
                </a:lnTo>
                <a:lnTo>
                  <a:pt x="596" y="210"/>
                </a:lnTo>
                <a:lnTo>
                  <a:pt x="597" y="223"/>
                </a:lnTo>
                <a:lnTo>
                  <a:pt x="597" y="235"/>
                </a:lnTo>
                <a:lnTo>
                  <a:pt x="596" y="249"/>
                </a:lnTo>
                <a:lnTo>
                  <a:pt x="594" y="262"/>
                </a:lnTo>
                <a:lnTo>
                  <a:pt x="594" y="262"/>
                </a:lnTo>
                <a:lnTo>
                  <a:pt x="589" y="280"/>
                </a:lnTo>
                <a:lnTo>
                  <a:pt x="582" y="297"/>
                </a:lnTo>
                <a:lnTo>
                  <a:pt x="574" y="312"/>
                </a:lnTo>
                <a:lnTo>
                  <a:pt x="563" y="327"/>
                </a:lnTo>
                <a:lnTo>
                  <a:pt x="563" y="327"/>
                </a:lnTo>
                <a:lnTo>
                  <a:pt x="553" y="340"/>
                </a:lnTo>
                <a:lnTo>
                  <a:pt x="541" y="353"/>
                </a:lnTo>
                <a:lnTo>
                  <a:pt x="530" y="364"/>
                </a:lnTo>
                <a:lnTo>
                  <a:pt x="518" y="376"/>
                </a:lnTo>
                <a:lnTo>
                  <a:pt x="518" y="376"/>
                </a:lnTo>
                <a:lnTo>
                  <a:pt x="493" y="395"/>
                </a:lnTo>
                <a:lnTo>
                  <a:pt x="481" y="405"/>
                </a:lnTo>
                <a:lnTo>
                  <a:pt x="476" y="409"/>
                </a:lnTo>
                <a:lnTo>
                  <a:pt x="468" y="415"/>
                </a:lnTo>
                <a:lnTo>
                  <a:pt x="468" y="415"/>
                </a:lnTo>
                <a:lnTo>
                  <a:pt x="454" y="426"/>
                </a:lnTo>
                <a:lnTo>
                  <a:pt x="441" y="434"/>
                </a:lnTo>
                <a:lnTo>
                  <a:pt x="441" y="434"/>
                </a:lnTo>
                <a:lnTo>
                  <a:pt x="414" y="450"/>
                </a:lnTo>
                <a:lnTo>
                  <a:pt x="414" y="450"/>
                </a:lnTo>
                <a:lnTo>
                  <a:pt x="359" y="480"/>
                </a:lnTo>
                <a:lnTo>
                  <a:pt x="305" y="510"/>
                </a:lnTo>
                <a:lnTo>
                  <a:pt x="305" y="510"/>
                </a:lnTo>
                <a:lnTo>
                  <a:pt x="278" y="524"/>
                </a:lnTo>
                <a:lnTo>
                  <a:pt x="278" y="524"/>
                </a:lnTo>
                <a:lnTo>
                  <a:pt x="247" y="540"/>
                </a:lnTo>
                <a:lnTo>
                  <a:pt x="247" y="540"/>
                </a:lnTo>
                <a:lnTo>
                  <a:pt x="224" y="552"/>
                </a:lnTo>
                <a:lnTo>
                  <a:pt x="212" y="558"/>
                </a:lnTo>
                <a:lnTo>
                  <a:pt x="212" y="559"/>
                </a:lnTo>
                <a:lnTo>
                  <a:pt x="212" y="559"/>
                </a:lnTo>
                <a:lnTo>
                  <a:pt x="211" y="558"/>
                </a:lnTo>
                <a:lnTo>
                  <a:pt x="211" y="557"/>
                </a:lnTo>
                <a:lnTo>
                  <a:pt x="209" y="553"/>
                </a:lnTo>
                <a:lnTo>
                  <a:pt x="205" y="547"/>
                </a:lnTo>
                <a:lnTo>
                  <a:pt x="205" y="547"/>
                </a:lnTo>
                <a:lnTo>
                  <a:pt x="191" y="525"/>
                </a:lnTo>
                <a:lnTo>
                  <a:pt x="185" y="515"/>
                </a:lnTo>
                <a:lnTo>
                  <a:pt x="182" y="509"/>
                </a:lnTo>
                <a:lnTo>
                  <a:pt x="182" y="509"/>
                </a:lnTo>
                <a:lnTo>
                  <a:pt x="155" y="467"/>
                </a:lnTo>
                <a:lnTo>
                  <a:pt x="125" y="421"/>
                </a:lnTo>
                <a:lnTo>
                  <a:pt x="99" y="380"/>
                </a:lnTo>
                <a:lnTo>
                  <a:pt x="89" y="363"/>
                </a:lnTo>
                <a:lnTo>
                  <a:pt x="82" y="351"/>
                </a:lnTo>
                <a:lnTo>
                  <a:pt x="82" y="351"/>
                </a:lnTo>
                <a:lnTo>
                  <a:pt x="78" y="340"/>
                </a:lnTo>
                <a:lnTo>
                  <a:pt x="75" y="334"/>
                </a:lnTo>
                <a:lnTo>
                  <a:pt x="75" y="333"/>
                </a:lnTo>
                <a:lnTo>
                  <a:pt x="77" y="332"/>
                </a:lnTo>
                <a:lnTo>
                  <a:pt x="79" y="332"/>
                </a:lnTo>
                <a:lnTo>
                  <a:pt x="79" y="332"/>
                </a:lnTo>
                <a:lnTo>
                  <a:pt x="154" y="451"/>
                </a:lnTo>
                <a:lnTo>
                  <a:pt x="154" y="451"/>
                </a:lnTo>
                <a:lnTo>
                  <a:pt x="191" y="510"/>
                </a:lnTo>
                <a:lnTo>
                  <a:pt x="205" y="531"/>
                </a:lnTo>
                <a:lnTo>
                  <a:pt x="212" y="542"/>
                </a:lnTo>
                <a:lnTo>
                  <a:pt x="213" y="545"/>
                </a:lnTo>
                <a:lnTo>
                  <a:pt x="214" y="546"/>
                </a:lnTo>
                <a:lnTo>
                  <a:pt x="214" y="546"/>
                </a:lnTo>
                <a:lnTo>
                  <a:pt x="214" y="546"/>
                </a:lnTo>
                <a:lnTo>
                  <a:pt x="216" y="546"/>
                </a:lnTo>
                <a:lnTo>
                  <a:pt x="221" y="544"/>
                </a:lnTo>
                <a:lnTo>
                  <a:pt x="221" y="544"/>
                </a:lnTo>
                <a:lnTo>
                  <a:pt x="262" y="522"/>
                </a:lnTo>
                <a:lnTo>
                  <a:pt x="262" y="522"/>
                </a:lnTo>
                <a:lnTo>
                  <a:pt x="337" y="481"/>
                </a:lnTo>
                <a:lnTo>
                  <a:pt x="413" y="440"/>
                </a:lnTo>
                <a:lnTo>
                  <a:pt x="413" y="440"/>
                </a:lnTo>
                <a:lnTo>
                  <a:pt x="450" y="418"/>
                </a:lnTo>
                <a:lnTo>
                  <a:pt x="450" y="418"/>
                </a:lnTo>
                <a:lnTo>
                  <a:pt x="459" y="411"/>
                </a:lnTo>
                <a:lnTo>
                  <a:pt x="468" y="404"/>
                </a:lnTo>
                <a:lnTo>
                  <a:pt x="471" y="402"/>
                </a:lnTo>
                <a:lnTo>
                  <a:pt x="473" y="400"/>
                </a:lnTo>
                <a:lnTo>
                  <a:pt x="476" y="398"/>
                </a:lnTo>
                <a:lnTo>
                  <a:pt x="485" y="391"/>
                </a:lnTo>
                <a:lnTo>
                  <a:pt x="485" y="391"/>
                </a:lnTo>
                <a:lnTo>
                  <a:pt x="502" y="377"/>
                </a:lnTo>
                <a:lnTo>
                  <a:pt x="519" y="363"/>
                </a:lnTo>
                <a:lnTo>
                  <a:pt x="536" y="348"/>
                </a:lnTo>
                <a:lnTo>
                  <a:pt x="551" y="331"/>
                </a:lnTo>
                <a:lnTo>
                  <a:pt x="551" y="331"/>
                </a:lnTo>
                <a:lnTo>
                  <a:pt x="536" y="347"/>
                </a:lnTo>
                <a:lnTo>
                  <a:pt x="519" y="362"/>
                </a:lnTo>
                <a:lnTo>
                  <a:pt x="503" y="377"/>
                </a:lnTo>
                <a:lnTo>
                  <a:pt x="486" y="390"/>
                </a:lnTo>
                <a:lnTo>
                  <a:pt x="478" y="395"/>
                </a:lnTo>
                <a:lnTo>
                  <a:pt x="469" y="402"/>
                </a:lnTo>
                <a:lnTo>
                  <a:pt x="469" y="402"/>
                </a:lnTo>
                <a:lnTo>
                  <a:pt x="460" y="409"/>
                </a:lnTo>
                <a:lnTo>
                  <a:pt x="451" y="416"/>
                </a:lnTo>
                <a:lnTo>
                  <a:pt x="451" y="416"/>
                </a:lnTo>
                <a:lnTo>
                  <a:pt x="414" y="438"/>
                </a:lnTo>
                <a:lnTo>
                  <a:pt x="414" y="438"/>
                </a:lnTo>
                <a:lnTo>
                  <a:pt x="338" y="480"/>
                </a:lnTo>
                <a:lnTo>
                  <a:pt x="262" y="522"/>
                </a:lnTo>
                <a:lnTo>
                  <a:pt x="221" y="543"/>
                </a:lnTo>
                <a:lnTo>
                  <a:pt x="216" y="546"/>
                </a:lnTo>
                <a:lnTo>
                  <a:pt x="216" y="546"/>
                </a:lnTo>
                <a:lnTo>
                  <a:pt x="216" y="546"/>
                </a:lnTo>
                <a:lnTo>
                  <a:pt x="214" y="546"/>
                </a:lnTo>
                <a:lnTo>
                  <a:pt x="213" y="545"/>
                </a:lnTo>
                <a:lnTo>
                  <a:pt x="212" y="542"/>
                </a:lnTo>
                <a:lnTo>
                  <a:pt x="205" y="531"/>
                </a:lnTo>
                <a:lnTo>
                  <a:pt x="192" y="510"/>
                </a:lnTo>
                <a:lnTo>
                  <a:pt x="155" y="451"/>
                </a:lnTo>
                <a:lnTo>
                  <a:pt x="82" y="333"/>
                </a:lnTo>
                <a:lnTo>
                  <a:pt x="82" y="333"/>
                </a:lnTo>
                <a:lnTo>
                  <a:pt x="86" y="334"/>
                </a:lnTo>
                <a:lnTo>
                  <a:pt x="88" y="334"/>
                </a:lnTo>
                <a:lnTo>
                  <a:pt x="89" y="333"/>
                </a:lnTo>
                <a:lnTo>
                  <a:pt x="89" y="329"/>
                </a:lnTo>
                <a:lnTo>
                  <a:pt x="89" y="329"/>
                </a:lnTo>
                <a:lnTo>
                  <a:pt x="66" y="293"/>
                </a:lnTo>
                <a:lnTo>
                  <a:pt x="66" y="293"/>
                </a:lnTo>
                <a:lnTo>
                  <a:pt x="59" y="277"/>
                </a:lnTo>
                <a:lnTo>
                  <a:pt x="54" y="264"/>
                </a:lnTo>
                <a:lnTo>
                  <a:pt x="53" y="257"/>
                </a:lnTo>
                <a:lnTo>
                  <a:pt x="53" y="255"/>
                </a:lnTo>
                <a:lnTo>
                  <a:pt x="54" y="254"/>
                </a:lnTo>
                <a:lnTo>
                  <a:pt x="56" y="254"/>
                </a:lnTo>
                <a:lnTo>
                  <a:pt x="58" y="254"/>
                </a:lnTo>
                <a:lnTo>
                  <a:pt x="63" y="257"/>
                </a:lnTo>
                <a:lnTo>
                  <a:pt x="70" y="263"/>
                </a:lnTo>
                <a:lnTo>
                  <a:pt x="77" y="270"/>
                </a:lnTo>
                <a:lnTo>
                  <a:pt x="77" y="270"/>
                </a:lnTo>
                <a:lnTo>
                  <a:pt x="94" y="289"/>
                </a:lnTo>
                <a:lnTo>
                  <a:pt x="94" y="289"/>
                </a:lnTo>
                <a:close/>
              </a:path>
            </a:pathLst>
          </a:cu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013" dirty="0"/>
          </a:p>
        </p:txBody>
      </p:sp>
    </p:spTree>
    <p:extLst>
      <p:ext uri="{BB962C8B-B14F-4D97-AF65-F5344CB8AC3E}">
        <p14:creationId xmlns:p14="http://schemas.microsoft.com/office/powerpoint/2010/main" val="379737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668A591-2E4B-476B-BBED-BC03A8D3A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C41AC03-4146-4C13-8FBD-0ECFCE358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CCC559-7832-4341-A9DA-21313A1A69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3DFBA-374D-48FE-9522-E816D2DAC120}" type="datetimeFigureOut">
              <a:rPr lang="es-EC" smtClean="0"/>
              <a:t>27/7/2021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2E1832-2C51-4528-87E5-91CC70CAE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3F4FB1-EDC6-439F-9447-A0D60BB9DD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48A3D8-734B-4D85-B256-E10514FBD997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85026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50D8FD-C456-49BF-A1E5-C365CB87D379}" type="datetimeFigureOut">
              <a:rPr lang="es-EC" smtClean="0"/>
              <a:t>27/7/2021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EEEDE-FFCC-4A14-81CF-882C059A3124}" type="slidenum">
              <a:rPr lang="es-EC" smtClean="0"/>
              <a:t>‹#›</a:t>
            </a:fld>
            <a:endParaRPr lang="es-EC"/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"/>
            <a:ext cx="9147600" cy="686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315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08690" y="1192186"/>
            <a:ext cx="2060190" cy="4956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s-EC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61198" t="19918" r="28594" b="61193"/>
          <a:stretch/>
        </p:blipFill>
        <p:spPr>
          <a:xfrm>
            <a:off x="475298" y="459691"/>
            <a:ext cx="1993581" cy="1037476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251520" y="2036576"/>
            <a:ext cx="3543604" cy="109439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67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685800">
              <a:lnSpc>
                <a:spcPct val="110000"/>
              </a:lnSpc>
              <a:defRPr/>
            </a:pPr>
            <a:r>
              <a:rPr lang="en-GB" sz="3200" b="1" dirty="0">
                <a:solidFill>
                  <a:srgbClr val="205527"/>
                </a:solidFill>
                <a:latin typeface="HEINEKEN Core" panose="02000503050000020004" pitchFamily="2" charset="0"/>
              </a:rPr>
              <a:t>ESTANDARES CILT</a:t>
            </a:r>
          </a:p>
          <a:p>
            <a:pPr algn="ctr" defTabSz="685800">
              <a:lnSpc>
                <a:spcPct val="110000"/>
              </a:lnSpc>
              <a:defRPr/>
            </a:pPr>
            <a:r>
              <a:rPr lang="en-GB" sz="3200" b="1" dirty="0">
                <a:solidFill>
                  <a:srgbClr val="205527"/>
                </a:solidFill>
                <a:latin typeface="HEINEKEN Core" panose="02000503050000020004" pitchFamily="2" charset="0"/>
              </a:rPr>
              <a:t>ENVASADO - L501</a:t>
            </a:r>
          </a:p>
          <a:p>
            <a:pPr algn="ctr" defTabSz="685800">
              <a:lnSpc>
                <a:spcPct val="110000"/>
              </a:lnSpc>
              <a:defRPr/>
            </a:pPr>
            <a:r>
              <a:rPr lang="en-GB" sz="3200" b="1" dirty="0">
                <a:solidFill>
                  <a:srgbClr val="205527"/>
                </a:solidFill>
                <a:latin typeface="HEINEKEN Core" panose="02000503050000020004" pitchFamily="2" charset="0"/>
              </a:rPr>
              <a:t>LLENADORA</a:t>
            </a: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899592" y="3670381"/>
            <a:ext cx="1969975" cy="514725"/>
          </a:xfrm>
          <a:prstGeom prst="rect">
            <a:avLst/>
          </a:prstGeom>
        </p:spPr>
        <p:txBody>
          <a:bodyPr/>
          <a:lstStyle>
            <a:lvl1pPr marL="172800" indent="-17145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charset="2"/>
              <a:buChar char="§"/>
              <a:defRPr sz="1400" b="0" i="0" kern="500" baseline="0">
                <a:solidFill>
                  <a:schemeClr val="bg2">
                    <a:lumMod val="10000"/>
                  </a:schemeClr>
                </a:solidFill>
                <a:latin typeface="HEINEKEN Core" charset="0"/>
                <a:ea typeface="HEINEKEN Core" charset="0"/>
                <a:cs typeface="HEINEKEN Core" charset="0"/>
              </a:defRPr>
            </a:lvl1pPr>
            <a:lvl2pPr marL="345600" indent="-17145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charset="2"/>
              <a:buChar char="§"/>
              <a:defRPr sz="1400" b="0" i="0" kern="500" baseline="0">
                <a:solidFill>
                  <a:schemeClr val="bg2">
                    <a:lumMod val="10000"/>
                  </a:schemeClr>
                </a:solidFill>
                <a:latin typeface="HEINEKEN Core" charset="0"/>
                <a:ea typeface="HEINEKEN Core" charset="0"/>
                <a:cs typeface="HEINEKEN Core" charset="0"/>
              </a:defRPr>
            </a:lvl2pPr>
            <a:lvl3pPr marL="518400" indent="-17145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charset="2"/>
              <a:buChar char="§"/>
              <a:defRPr sz="1400" b="0" i="0" kern="500" baseline="0">
                <a:solidFill>
                  <a:schemeClr val="bg2">
                    <a:lumMod val="10000"/>
                  </a:schemeClr>
                </a:solidFill>
                <a:latin typeface="HEINEKEN Core" charset="0"/>
                <a:ea typeface="HEINEKEN Core" charset="0"/>
                <a:cs typeface="HEINEKEN Core" charset="0"/>
              </a:defRPr>
            </a:lvl3pPr>
            <a:lvl4pPr marL="691200" indent="-17145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charset="2"/>
              <a:buChar char="§"/>
              <a:defRPr sz="1400" b="0" i="0" kern="500" baseline="0">
                <a:solidFill>
                  <a:schemeClr val="bg2">
                    <a:lumMod val="10000"/>
                  </a:schemeClr>
                </a:solidFill>
                <a:latin typeface="HEINEKEN Core" charset="0"/>
                <a:ea typeface="HEINEKEN Core" charset="0"/>
                <a:cs typeface="HEINEKEN Core" charset="0"/>
              </a:defRPr>
            </a:lvl4pPr>
            <a:lvl5pPr marL="864000" indent="-17145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charset="2"/>
              <a:buChar char="§"/>
              <a:defRPr sz="1400" b="0" i="0" kern="500" baseline="0">
                <a:solidFill>
                  <a:schemeClr val="bg2">
                    <a:lumMod val="10000"/>
                  </a:schemeClr>
                </a:solidFill>
                <a:latin typeface="HEINEKEN Core" charset="0"/>
                <a:ea typeface="HEINEKEN Core" charset="0"/>
                <a:cs typeface="HEINEKEN Core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50" indent="0" algn="ctr" defTabSz="514350">
              <a:spcBef>
                <a:spcPts val="225"/>
              </a:spcBef>
              <a:buClr>
                <a:srgbClr val="44546A"/>
              </a:buClr>
              <a:buNone/>
              <a:defRPr/>
            </a:pPr>
            <a:r>
              <a:rPr lang="en-GB" sz="2400" u="sng" dirty="0">
                <a:solidFill>
                  <a:srgbClr val="20552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LIMPIEZA</a:t>
            </a:r>
          </a:p>
        </p:txBody>
      </p:sp>
    </p:spTree>
    <p:extLst>
      <p:ext uri="{BB962C8B-B14F-4D97-AF65-F5344CB8AC3E}">
        <p14:creationId xmlns:p14="http://schemas.microsoft.com/office/powerpoint/2010/main" val="3759595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6651554" y="1923950"/>
            <a:ext cx="1760067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C" sz="1400" b="1" i="1" dirty="0"/>
              <a:t>Semanal </a:t>
            </a:r>
          </a:p>
        </p:txBody>
      </p:sp>
      <p:pic>
        <p:nvPicPr>
          <p:cNvPr id="10" name="Picture 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4653136"/>
            <a:ext cx="2016224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10 CuadroTexto"/>
          <p:cNvSpPr txBox="1"/>
          <p:nvPr/>
        </p:nvSpPr>
        <p:spPr>
          <a:xfrm>
            <a:off x="6651554" y="3456263"/>
            <a:ext cx="1944216" cy="73866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 fontAlgn="b"/>
            <a:r>
              <a:rPr lang="es-EC" sz="1400" b="1" i="1" dirty="0">
                <a:solidFill>
                  <a:srgbClr val="000000"/>
                </a:solidFill>
              </a:rPr>
              <a:t>Enjuagar con agua a temperatura y aplicar espuma del 5% v/v.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6651554" y="2678281"/>
            <a:ext cx="1863281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C" sz="1400" b="1" i="1" dirty="0"/>
              <a:t>Agua, espuma topax 66</a:t>
            </a:r>
          </a:p>
        </p:txBody>
      </p:sp>
      <p:pic>
        <p:nvPicPr>
          <p:cNvPr id="1026" name="Picture 2" descr="C:\Users\eclmoreno\AppData\Local\Microsoft\Windows\Temporary Internet Files\Content.Outlook\OXX1ET7T\IMG-20151218-WA000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27" y="1923949"/>
            <a:ext cx="4104456" cy="384586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Text Box 29"/>
          <p:cNvSpPr txBox="1">
            <a:spLocks noChangeArrowheads="1"/>
          </p:cNvSpPr>
          <p:nvPr/>
        </p:nvSpPr>
        <p:spPr bwMode="auto">
          <a:xfrm>
            <a:off x="5004048" y="1923949"/>
            <a:ext cx="1298736" cy="523220"/>
          </a:xfrm>
          <a:prstGeom prst="rect">
            <a:avLst/>
          </a:prstGeom>
          <a:solidFill>
            <a:srgbClr val="008200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s-MX" sz="1400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Frecuencia de limpieza:</a:t>
            </a:r>
            <a:endParaRPr lang="es-ES" sz="1400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  <p:sp>
        <p:nvSpPr>
          <p:cNvPr id="16" name="Text Box 35"/>
          <p:cNvSpPr txBox="1">
            <a:spLocks noChangeArrowheads="1"/>
          </p:cNvSpPr>
          <p:nvPr/>
        </p:nvSpPr>
        <p:spPr bwMode="auto">
          <a:xfrm>
            <a:off x="5018565" y="3331336"/>
            <a:ext cx="1284219" cy="523875"/>
          </a:xfrm>
          <a:prstGeom prst="rect">
            <a:avLst/>
          </a:prstGeom>
          <a:solidFill>
            <a:srgbClr val="008200"/>
          </a:solidFill>
          <a:ln w="9525">
            <a:solidFill>
              <a:schemeClr val="tx2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s-ES"/>
            </a:defPPr>
            <a:lvl1pPr eaLnBrk="0" hangingPunct="0">
              <a:spcBef>
                <a:spcPct val="50000"/>
              </a:spcBef>
              <a:defRPr sz="1400"/>
            </a:lvl1pPr>
          </a:lstStyle>
          <a:p>
            <a:pPr>
              <a:defRPr/>
            </a:pPr>
            <a:r>
              <a:rPr lang="es-MX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Trabajos a Ejecutar:</a:t>
            </a:r>
            <a:endParaRPr lang="es-ES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  <p:sp>
        <p:nvSpPr>
          <p:cNvPr id="17" name="Text Box 30"/>
          <p:cNvSpPr txBox="1">
            <a:spLocks noChangeArrowheads="1"/>
          </p:cNvSpPr>
          <p:nvPr/>
        </p:nvSpPr>
        <p:spPr bwMode="auto">
          <a:xfrm>
            <a:off x="5004048" y="2688920"/>
            <a:ext cx="1284219" cy="307777"/>
          </a:xfrm>
          <a:prstGeom prst="rect">
            <a:avLst/>
          </a:prstGeom>
          <a:solidFill>
            <a:srgbClr val="008200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s-ES"/>
            </a:defPPr>
            <a:lvl1pPr eaLnBrk="0" hangingPunct="0">
              <a:spcBef>
                <a:spcPct val="50000"/>
              </a:spcBef>
              <a:defRPr sz="1400"/>
            </a:lvl1pPr>
          </a:lstStyle>
          <a:p>
            <a:pPr>
              <a:defRPr/>
            </a:pPr>
            <a:r>
              <a:rPr lang="es-MX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Materiales</a:t>
            </a:r>
            <a:endParaRPr lang="es-ES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7242" y="1"/>
            <a:ext cx="9136757" cy="6813375"/>
            <a:chOff x="7242" y="1"/>
            <a:chExt cx="9136757" cy="6813375"/>
          </a:xfrm>
        </p:grpSpPr>
        <p:graphicFrame>
          <p:nvGraphicFramePr>
            <p:cNvPr id="21" name="Group 17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469921604"/>
                </p:ext>
              </p:extLst>
            </p:nvPr>
          </p:nvGraphicFramePr>
          <p:xfrm>
            <a:off x="7242" y="22186"/>
            <a:ext cx="9136757" cy="6791190"/>
          </p:xfrm>
          <a:graphic>
            <a:graphicData uri="http://schemas.openxmlformats.org/drawingml/2006/table">
              <a:tbl>
                <a:tblPr/>
                <a:tblGrid>
                  <a:gridCol w="250644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4851296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779021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526494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s-E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cs typeface="Times New Roman" pitchFamily="18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s-BO" sz="2000" b="1" dirty="0">
                            <a:solidFill>
                              <a:srgbClr val="0082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HEINEKEN Core" panose="02000503050000020004" pitchFamily="2" charset="0"/>
                          </a:rPr>
                          <a:t>OPL</a:t>
                        </a:r>
                        <a:r>
                          <a:rPr lang="es-BO" sz="2000" b="1" baseline="0" dirty="0">
                            <a:solidFill>
                              <a:srgbClr val="0082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HEINEKEN Core" panose="02000503050000020004" pitchFamily="2" charset="0"/>
                          </a:rPr>
                          <a:t> – LECCION DE UN PUNTO</a:t>
                        </a:r>
                        <a:endParaRPr lang="es-BO" sz="2000" b="1" dirty="0">
                          <a:solidFill>
                            <a:srgbClr val="0082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s-E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cs typeface="Times New Roman" pitchFamily="18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288513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</a:rPr>
                          <a:t>Condición Básica</a:t>
                        </a: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MANTENIMIENTO  AUTONOMO</a:t>
                        </a:r>
                        <a:endParaRPr kumimoji="0" lang="es-ES_tradnl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200"/>
                          </a:solidFill>
                          <a:effectLst/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Revisión: </a:t>
                        </a: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04</a:t>
                        </a: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271745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Área: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Envasado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Tema: </a:t>
                        </a:r>
                        <a:r>
                          <a:rPr kumimoji="0" lang="es-ES" sz="1400" b="1" i="0" u="none" strike="noStrike" cap="none" normalizeH="0" baseline="0" dirty="0" err="1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Scrubbing</a:t>
                        </a:r>
                        <a:endParaRPr kumimoji="0" lang="es-ES_tradnl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cs typeface="Times New Roman" pitchFamily="18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Times New Roman" pitchFamily="18" charset="0"/>
                          </a:rPr>
                          <a:t>Fecha: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      </a:t>
                        </a:r>
                        <a:r>
                          <a:rPr kumimoji="0" lang="es-EC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22/06/2020</a:t>
                        </a:r>
                        <a:endParaRPr kumimoji="0" lang="es-ES_tradnl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770010582"/>
                    </a:ext>
                  </a:extLst>
                </a:tr>
                <a:tr h="254977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Máquina: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Llenadora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Código: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AR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OPL-PACK-ENV-LIM-06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Times New Roman" pitchFamily="18" charset="0"/>
                          </a:rPr>
                          <a:t>Edición: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      </a:t>
                        </a:r>
                        <a:r>
                          <a:rPr kumimoji="0" lang="es-EC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T Moreno</a:t>
                        </a:r>
                        <a:endParaRPr kumimoji="0" lang="es-ES_tradnl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997840126"/>
                    </a:ext>
                  </a:extLst>
                </a:tr>
                <a:tr h="5350296">
                  <a:tc gridSpan="3"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 hMerge="1"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 hMerge="1"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_tradnl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277966859"/>
                    </a:ext>
                  </a:extLst>
                </a:tr>
              </a:tbl>
            </a:graphicData>
          </a:graphic>
        </p:graphicFrame>
        <p:pic>
          <p:nvPicPr>
            <p:cNvPr id="22" name="Picture 2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44" y="1"/>
              <a:ext cx="1440160" cy="52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8049" y="44624"/>
              <a:ext cx="1104298" cy="483381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347176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7242" y="1"/>
            <a:ext cx="9136757" cy="6813375"/>
            <a:chOff x="7242" y="1"/>
            <a:chExt cx="9136757" cy="6813375"/>
          </a:xfrm>
        </p:grpSpPr>
        <p:graphicFrame>
          <p:nvGraphicFramePr>
            <p:cNvPr id="21" name="Group 17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025013761"/>
                </p:ext>
              </p:extLst>
            </p:nvPr>
          </p:nvGraphicFramePr>
          <p:xfrm>
            <a:off x="7242" y="22186"/>
            <a:ext cx="9136757" cy="6791190"/>
          </p:xfrm>
          <a:graphic>
            <a:graphicData uri="http://schemas.openxmlformats.org/drawingml/2006/table">
              <a:tbl>
                <a:tblPr/>
                <a:tblGrid>
                  <a:gridCol w="250644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4851296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779021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526494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s-E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cs typeface="Times New Roman" pitchFamily="18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s-BO" sz="2000" b="1" dirty="0">
                            <a:solidFill>
                              <a:srgbClr val="0082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HEINEKEN Core" panose="02000503050000020004" pitchFamily="2" charset="0"/>
                          </a:rPr>
                          <a:t>OPL</a:t>
                        </a:r>
                        <a:r>
                          <a:rPr lang="es-BO" sz="2000" b="1" baseline="0" dirty="0">
                            <a:solidFill>
                              <a:srgbClr val="0082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HEINEKEN Core" panose="02000503050000020004" pitchFamily="2" charset="0"/>
                          </a:rPr>
                          <a:t> – LECCION DE UN PUNTO</a:t>
                        </a:r>
                        <a:endParaRPr lang="es-BO" sz="2000" b="1" dirty="0">
                          <a:solidFill>
                            <a:srgbClr val="0082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s-E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cs typeface="Times New Roman" pitchFamily="18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288513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</a:rPr>
                          <a:t>Condición Básica</a:t>
                        </a: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MANTENIMIENTO  AUTONOMO</a:t>
                        </a:r>
                        <a:endParaRPr kumimoji="0" lang="es-ES_tradnl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200"/>
                          </a:solidFill>
                          <a:effectLst/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Revisión: </a:t>
                        </a: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04</a:t>
                        </a: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271745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Área: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Envasado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Tema: </a:t>
                        </a:r>
                        <a:r>
                          <a:rPr kumimoji="0" lang="es-E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Tanques de soluciones de CIP</a:t>
                        </a:r>
                        <a:endParaRPr kumimoji="0" lang="es-ES_tradnl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cs typeface="Times New Roman" pitchFamily="18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Times New Roman" pitchFamily="18" charset="0"/>
                          </a:rPr>
                          <a:t>Fecha: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      </a:t>
                        </a:r>
                        <a:r>
                          <a:rPr kumimoji="0" lang="es-EC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22/06/2020</a:t>
                        </a:r>
                        <a:endParaRPr kumimoji="0" lang="es-ES_tradnl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770010582"/>
                    </a:ext>
                  </a:extLst>
                </a:tr>
                <a:tr h="254977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Máquina: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Llenadora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Código: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AR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OPL-PACK-ENV-LIM-07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Times New Roman" pitchFamily="18" charset="0"/>
                          </a:rPr>
                          <a:t>Edición: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      </a:t>
                        </a:r>
                        <a:r>
                          <a:rPr kumimoji="0" lang="es-EC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T Moreno</a:t>
                        </a:r>
                        <a:endParaRPr kumimoji="0" lang="es-ES_tradnl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997840126"/>
                    </a:ext>
                  </a:extLst>
                </a:tr>
                <a:tr h="5350296">
                  <a:tc gridSpan="3"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 hMerge="1"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 hMerge="1"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_tradnl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277966859"/>
                    </a:ext>
                  </a:extLst>
                </a:tr>
              </a:tbl>
            </a:graphicData>
          </a:graphic>
        </p:graphicFrame>
        <p:pic>
          <p:nvPicPr>
            <p:cNvPr id="22" name="Picture 2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44" y="1"/>
              <a:ext cx="1440160" cy="52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8049" y="44624"/>
              <a:ext cx="1104298" cy="4833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7 CuadroTexto"/>
          <p:cNvSpPr txBox="1"/>
          <p:nvPr/>
        </p:nvSpPr>
        <p:spPr>
          <a:xfrm>
            <a:off x="6972893" y="2837384"/>
            <a:ext cx="1760067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C" sz="1400" b="1" i="1" dirty="0"/>
              <a:t>Soda, Acido</a:t>
            </a:r>
          </a:p>
        </p:txBody>
      </p:sp>
      <p:pic>
        <p:nvPicPr>
          <p:cNvPr id="10" name="Picture 2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613" y="4553103"/>
            <a:ext cx="2016224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10 CuadroTexto"/>
          <p:cNvSpPr txBox="1"/>
          <p:nvPr/>
        </p:nvSpPr>
        <p:spPr>
          <a:xfrm>
            <a:off x="6972893" y="3479800"/>
            <a:ext cx="1944216" cy="73866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 fontAlgn="b"/>
            <a:r>
              <a:rPr lang="es-EC" sz="1400" b="1" i="1" dirty="0">
                <a:solidFill>
                  <a:srgbClr val="000000"/>
                </a:solidFill>
              </a:rPr>
              <a:t>Recircular esta solución limpiadora durante 20 minutos 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6972892" y="2031671"/>
            <a:ext cx="1760067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C" sz="1400" b="1" i="1" dirty="0"/>
              <a:t>Semanal </a:t>
            </a:r>
          </a:p>
        </p:txBody>
      </p:sp>
      <p:pic>
        <p:nvPicPr>
          <p:cNvPr id="2050" name="Picture 2" descr="C:\Users\ecccordova\AppData\Local\Microsoft\Windows\Temporary Internet Files\Content.Outlook\QD335UFA\20151126_135734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449" y="1939215"/>
            <a:ext cx="4259750" cy="39168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Text Box 29"/>
          <p:cNvSpPr txBox="1">
            <a:spLocks noChangeArrowheads="1"/>
          </p:cNvSpPr>
          <p:nvPr/>
        </p:nvSpPr>
        <p:spPr bwMode="auto">
          <a:xfrm>
            <a:off x="5364088" y="2031671"/>
            <a:ext cx="1298736" cy="523220"/>
          </a:xfrm>
          <a:prstGeom prst="rect">
            <a:avLst/>
          </a:prstGeom>
          <a:solidFill>
            <a:srgbClr val="008200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s-MX" sz="1400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Frecuencia de limpieza:</a:t>
            </a:r>
            <a:endParaRPr lang="es-ES" sz="1400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  <p:sp>
        <p:nvSpPr>
          <p:cNvPr id="16" name="Text Box 35"/>
          <p:cNvSpPr txBox="1">
            <a:spLocks noChangeArrowheads="1"/>
          </p:cNvSpPr>
          <p:nvPr/>
        </p:nvSpPr>
        <p:spPr bwMode="auto">
          <a:xfrm>
            <a:off x="5378605" y="3439058"/>
            <a:ext cx="1284219" cy="523875"/>
          </a:xfrm>
          <a:prstGeom prst="rect">
            <a:avLst/>
          </a:prstGeom>
          <a:solidFill>
            <a:srgbClr val="008200"/>
          </a:solidFill>
          <a:ln w="9525">
            <a:solidFill>
              <a:schemeClr val="tx2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s-ES"/>
            </a:defPPr>
            <a:lvl1pPr eaLnBrk="0" hangingPunct="0">
              <a:spcBef>
                <a:spcPct val="50000"/>
              </a:spcBef>
              <a:defRPr sz="1400"/>
            </a:lvl1pPr>
          </a:lstStyle>
          <a:p>
            <a:pPr>
              <a:defRPr/>
            </a:pPr>
            <a:r>
              <a:rPr lang="es-MX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Trabajos a Ejecutar:</a:t>
            </a:r>
            <a:endParaRPr lang="es-ES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  <p:sp>
        <p:nvSpPr>
          <p:cNvPr id="19" name="Text Box 30"/>
          <p:cNvSpPr txBox="1">
            <a:spLocks noChangeArrowheads="1"/>
          </p:cNvSpPr>
          <p:nvPr/>
        </p:nvSpPr>
        <p:spPr bwMode="auto">
          <a:xfrm>
            <a:off x="5364088" y="2796642"/>
            <a:ext cx="1284219" cy="307777"/>
          </a:xfrm>
          <a:prstGeom prst="rect">
            <a:avLst/>
          </a:prstGeom>
          <a:solidFill>
            <a:srgbClr val="008200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s-ES"/>
            </a:defPPr>
            <a:lvl1pPr eaLnBrk="0" hangingPunct="0">
              <a:spcBef>
                <a:spcPct val="50000"/>
              </a:spcBef>
              <a:defRPr sz="1400"/>
            </a:lvl1pPr>
          </a:lstStyle>
          <a:p>
            <a:pPr>
              <a:defRPr/>
            </a:pPr>
            <a:r>
              <a:rPr lang="es-MX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Materiales</a:t>
            </a:r>
            <a:endParaRPr lang="es-ES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4584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ABE4F0146DB64EBC5498D9D22CB75D" ma:contentTypeVersion="13" ma:contentTypeDescription="Create a new document." ma:contentTypeScope="" ma:versionID="6a06a4c36be43faa7f57e5cf2a55c30f">
  <xsd:schema xmlns:xsd="http://www.w3.org/2001/XMLSchema" xmlns:xs="http://www.w3.org/2001/XMLSchema" xmlns:p="http://schemas.microsoft.com/office/2006/metadata/properties" xmlns:ns2="a4f75dbb-4df3-481c-a5f5-80a559f112dd" xmlns:ns3="f323b21d-0708-442e-b7c2-520a641cc472" targetNamespace="http://schemas.microsoft.com/office/2006/metadata/properties" ma:root="true" ma:fieldsID="d1c068e4dccecae1efb4dd54bb87cc6f" ns2:_="" ns3:_="">
    <xsd:import namespace="a4f75dbb-4df3-481c-a5f5-80a559f112dd"/>
    <xsd:import namespace="f323b21d-0708-442e-b7c2-520a641cc4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75dbb-4df3-481c-a5f5-80a559f112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23b21d-0708-442e-b7c2-520a641cc47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10FECB6-4B9E-4349-A688-F0E29F1350CE}">
  <ds:schemaRefs>
    <ds:schemaRef ds:uri="http://purl.org/dc/dcmitype/"/>
    <ds:schemaRef ds:uri="a4f75dbb-4df3-481c-a5f5-80a559f112dd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f323b21d-0708-442e-b7c2-520a641cc472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E98E030-35AF-40ED-93E0-D51A564AE63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A995AB8-CAB8-4F3E-B4B9-5575D68B80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75dbb-4df3-481c-a5f5-80a559f112dd"/>
    <ds:schemaRef ds:uri="f323b21d-0708-442e-b7c2-520a641cc4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822</TotalTime>
  <Words>125</Words>
  <Application>Microsoft Office PowerPoint</Application>
  <PresentationFormat>On-screen Show (4:3)</PresentationFormat>
  <Paragraphs>36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HEINEKEN Core</vt:lpstr>
      <vt:lpstr>Wingdings</vt:lpstr>
      <vt:lpstr>Tema de Office</vt:lpstr>
      <vt:lpstr>Office Theme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Enrique Moreno Muñoz</dc:creator>
  <cp:lastModifiedBy>Sonnia Maria Cevallos Recalde</cp:lastModifiedBy>
  <cp:revision>47</cp:revision>
  <cp:lastPrinted>2021-07-27T22:41:27Z</cp:lastPrinted>
  <dcterms:created xsi:type="dcterms:W3CDTF">2015-11-17T19:37:39Z</dcterms:created>
  <dcterms:modified xsi:type="dcterms:W3CDTF">2021-07-27T22:51:05Z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0x01010071ABE4F0146DB64EBC5498D9D22CB75D</vt:lpwstr>
  </property>
  <property fmtid="{D5CDD505-2E9C-101B-9397-08002B2CF9AE}" pid="3" name="Order">
    <vt:r8>414600</vt:r8>
  </property>
</Properties>
</file>